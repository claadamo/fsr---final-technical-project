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1" r:id="rId3"/>
    <p:sldId id="260" r:id="rId4"/>
    <p:sldId id="281" r:id="rId5"/>
    <p:sldId id="262" r:id="rId6"/>
    <p:sldId id="263" r:id="rId7"/>
    <p:sldId id="264" r:id="rId8"/>
    <p:sldId id="325" r:id="rId9"/>
    <p:sldId id="282" r:id="rId10"/>
    <p:sldId id="283" r:id="rId11"/>
    <p:sldId id="318" r:id="rId12"/>
    <p:sldId id="329" r:id="rId13"/>
    <p:sldId id="320" r:id="rId14"/>
    <p:sldId id="321" r:id="rId15"/>
    <p:sldId id="322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326" r:id="rId28"/>
    <p:sldId id="280" r:id="rId29"/>
    <p:sldId id="323" r:id="rId30"/>
    <p:sldId id="324" r:id="rId31"/>
    <p:sldId id="327" r:id="rId32"/>
    <p:sldId id="285" r:id="rId33"/>
    <p:sldId id="284" r:id="rId34"/>
    <p:sldId id="328" r:id="rId35"/>
  </p:sldIdLst>
  <p:sldSz cx="12192000" cy="6858000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a Adamo" initials="CA" lastIdx="1" clrIdx="0">
    <p:extLst>
      <p:ext uri="{19B8F6BF-5375-455C-9EA6-DF929625EA0E}">
        <p15:presenceInfo xmlns:p15="http://schemas.microsoft.com/office/powerpoint/2012/main" userId="5cc7b580410293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1720"/>
    <a:srgbClr val="4A7EBB"/>
    <a:srgbClr val="7F7F7F"/>
    <a:srgbClr val="162230"/>
    <a:srgbClr val="FFDC00"/>
    <a:srgbClr val="FFFF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5722B-5584-444C-9147-2A663407BBD2}" v="46" dt="2026-06-14T19:31:10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8"/>
  </p:normalViewPr>
  <p:slideViewPr>
    <p:cSldViewPr snapToGrid="0" snapToObjects="1">
      <p:cViewPr varScale="1">
        <p:scale>
          <a:sx n="59" d="100"/>
          <a:sy n="59" d="100"/>
        </p:scale>
        <p:origin x="228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ANUELE FUSCO" userId="76a86d93-12f0-49fd-b91e-a25a4afa2296" providerId="ADAL" clId="{A527CBE1-ADCB-4072-88C6-9ABF292D4D7C}"/>
    <pc:docChg chg="undo custSel mod addSld delSld modSld">
      <pc:chgData name="EMANUELE FUSCO" userId="76a86d93-12f0-49fd-b91e-a25a4afa2296" providerId="ADAL" clId="{A527CBE1-ADCB-4072-88C6-9ABF292D4D7C}" dt="2026-06-14T19:31:16.478" v="799"/>
      <pc:docMkLst>
        <pc:docMk/>
      </pc:docMkLst>
      <pc:sldChg chg="modSp mod">
        <pc:chgData name="EMANUELE FUSCO" userId="76a86d93-12f0-49fd-b91e-a25a4afa2296" providerId="ADAL" clId="{A527CBE1-ADCB-4072-88C6-9ABF292D4D7C}" dt="2026-06-12T18:32:50.888" v="595" actId="1076"/>
        <pc:sldMkLst>
          <pc:docMk/>
          <pc:sldMk cId="3165468780" sldId="256"/>
        </pc:sldMkLst>
        <pc:picChg chg="mod">
          <ac:chgData name="EMANUELE FUSCO" userId="76a86d93-12f0-49fd-b91e-a25a4afa2296" providerId="ADAL" clId="{A527CBE1-ADCB-4072-88C6-9ABF292D4D7C}" dt="2026-06-12T18:32:50.888" v="595" actId="1076"/>
          <ac:picMkLst>
            <pc:docMk/>
            <pc:sldMk cId="3165468780" sldId="256"/>
            <ac:picMk id="5" creationId="{AA08C6B2-618B-4D1B-BC16-1A5823BC45B5}"/>
          </ac:picMkLst>
        </pc:picChg>
        <pc:picChg chg="mod">
          <ac:chgData name="EMANUELE FUSCO" userId="76a86d93-12f0-49fd-b91e-a25a4afa2296" providerId="ADAL" clId="{A527CBE1-ADCB-4072-88C6-9ABF292D4D7C}" dt="2026-06-12T18:32:37.623" v="594" actId="1076"/>
          <ac:picMkLst>
            <pc:docMk/>
            <pc:sldMk cId="3165468780" sldId="256"/>
            <ac:picMk id="6" creationId="{DEBBF223-CBEF-49DC-8A13-18F1193EC2EA}"/>
          </ac:picMkLst>
        </pc:picChg>
      </pc:sldChg>
      <pc:sldChg chg="modSp">
        <pc:chgData name="EMANUELE FUSCO" userId="76a86d93-12f0-49fd-b91e-a25a4afa2296" providerId="ADAL" clId="{A527CBE1-ADCB-4072-88C6-9ABF292D4D7C}" dt="2026-06-12T17:56:12.697" v="562" actId="207"/>
        <pc:sldMkLst>
          <pc:docMk/>
          <pc:sldMk cId="615847385" sldId="262"/>
        </pc:sldMkLst>
        <pc:spChg chg="mod">
          <ac:chgData name="EMANUELE FUSCO" userId="76a86d93-12f0-49fd-b91e-a25a4afa2296" providerId="ADAL" clId="{A527CBE1-ADCB-4072-88C6-9ABF292D4D7C}" dt="2026-06-12T17:56:12.697" v="562" actId="207"/>
          <ac:spMkLst>
            <pc:docMk/>
            <pc:sldMk cId="615847385" sldId="262"/>
            <ac:spMk id="18" creationId="{BDF5A6B6-D4AD-7CF5-255C-04EC1C21BAD3}"/>
          </ac:spMkLst>
        </pc:spChg>
      </pc:sldChg>
      <pc:sldChg chg="addSp delSp modSp mod modTransition addAnim delAnim modAnim">
        <pc:chgData name="EMANUELE FUSCO" userId="76a86d93-12f0-49fd-b91e-a25a4afa2296" providerId="ADAL" clId="{A527CBE1-ADCB-4072-88C6-9ABF292D4D7C}" dt="2026-06-14T19:00:50.166" v="776" actId="732"/>
        <pc:sldMkLst>
          <pc:docMk/>
          <pc:sldMk cId="2697268630" sldId="263"/>
        </pc:sldMkLst>
        <pc:spChg chg="add mod">
          <ac:chgData name="EMANUELE FUSCO" userId="76a86d93-12f0-49fd-b91e-a25a4afa2296" providerId="ADAL" clId="{A527CBE1-ADCB-4072-88C6-9ABF292D4D7C}" dt="2026-06-14T18:15:41.114" v="773" actId="1038"/>
          <ac:spMkLst>
            <pc:docMk/>
            <pc:sldMk cId="2697268630" sldId="263"/>
            <ac:spMk id="11" creationId="{1737A150-8D3C-D160-0B96-F823F11334B3}"/>
          </ac:spMkLst>
        </pc:spChg>
        <pc:spChg chg="add mod">
          <ac:chgData name="EMANUELE FUSCO" userId="76a86d93-12f0-49fd-b91e-a25a4afa2296" providerId="ADAL" clId="{A527CBE1-ADCB-4072-88C6-9ABF292D4D7C}" dt="2026-06-14T18:15:31.001" v="760" actId="1076"/>
          <ac:spMkLst>
            <pc:docMk/>
            <pc:sldMk cId="2697268630" sldId="263"/>
            <ac:spMk id="15" creationId="{7DCE3929-9EE4-EE6F-EA83-3BEC306FF502}"/>
          </ac:spMkLst>
        </pc:spChg>
        <pc:spChg chg="del">
          <ac:chgData name="EMANUELE FUSCO" userId="76a86d93-12f0-49fd-b91e-a25a4afa2296" providerId="ADAL" clId="{A527CBE1-ADCB-4072-88C6-9ABF292D4D7C}" dt="2026-06-14T17:28:04.095" v="604" actId="478"/>
          <ac:spMkLst>
            <pc:docMk/>
            <pc:sldMk cId="2697268630" sldId="263"/>
            <ac:spMk id="26" creationId="{16EAA026-271C-23A9-42AB-AA626668E4C1}"/>
          </ac:spMkLst>
        </pc:spChg>
        <pc:spChg chg="del">
          <ac:chgData name="EMANUELE FUSCO" userId="76a86d93-12f0-49fd-b91e-a25a4afa2296" providerId="ADAL" clId="{A527CBE1-ADCB-4072-88C6-9ABF292D4D7C}" dt="2026-06-14T17:28:02.114" v="603" actId="478"/>
          <ac:spMkLst>
            <pc:docMk/>
            <pc:sldMk cId="2697268630" sldId="263"/>
            <ac:spMk id="27" creationId="{72114524-AB65-FAA2-193E-69F0C305C34C}"/>
          </ac:spMkLst>
        </pc:spChg>
        <pc:picChg chg="mod modCrop">
          <ac:chgData name="EMANUELE FUSCO" userId="76a86d93-12f0-49fd-b91e-a25a4afa2296" providerId="ADAL" clId="{A527CBE1-ADCB-4072-88C6-9ABF292D4D7C}" dt="2026-06-14T19:00:50.166" v="776" actId="732"/>
          <ac:picMkLst>
            <pc:docMk/>
            <pc:sldMk cId="2697268630" sldId="263"/>
            <ac:picMk id="23" creationId="{4D613C56-8C67-B156-0563-F7E67D6077AC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9:01:04.312" v="778"/>
        <pc:sldMkLst>
          <pc:docMk/>
          <pc:sldMk cId="1987735131" sldId="264"/>
        </pc:sldMkLst>
        <pc:picChg chg="add mod">
          <ac:chgData name="EMANUELE FUSCO" userId="76a86d93-12f0-49fd-b91e-a25a4afa2296" providerId="ADAL" clId="{A527CBE1-ADCB-4072-88C6-9ABF292D4D7C}" dt="2026-06-14T19:01:04.312" v="778"/>
          <ac:picMkLst>
            <pc:docMk/>
            <pc:sldMk cId="1987735131" sldId="264"/>
            <ac:picMk id="11" creationId="{16EDA93E-180B-6C2A-39AA-1ADB84134CFC}"/>
          </ac:picMkLst>
        </pc:picChg>
        <pc:picChg chg="del">
          <ac:chgData name="EMANUELE FUSCO" userId="76a86d93-12f0-49fd-b91e-a25a4afa2296" providerId="ADAL" clId="{A527CBE1-ADCB-4072-88C6-9ABF292D4D7C}" dt="2026-06-14T19:01:03.693" v="777" actId="478"/>
          <ac:picMkLst>
            <pc:docMk/>
            <pc:sldMk cId="1987735131" sldId="264"/>
            <ac:picMk id="23" creationId="{9368BAC9-B99B-0B6C-1126-5AE2F900752C}"/>
          </ac:picMkLst>
        </pc:picChg>
      </pc:sldChg>
      <pc:sldChg chg="modSp mod">
        <pc:chgData name="EMANUELE FUSCO" userId="76a86d93-12f0-49fd-b91e-a25a4afa2296" providerId="ADAL" clId="{A527CBE1-ADCB-4072-88C6-9ABF292D4D7C}" dt="2026-06-12T18:06:10.254" v="585" actId="207"/>
        <pc:sldMkLst>
          <pc:docMk/>
          <pc:sldMk cId="3402815164" sldId="267"/>
        </pc:sldMkLst>
        <pc:spChg chg="mod">
          <ac:chgData name="EMANUELE FUSCO" userId="76a86d93-12f0-49fd-b91e-a25a4afa2296" providerId="ADAL" clId="{A527CBE1-ADCB-4072-88C6-9ABF292D4D7C}" dt="2026-06-12T18:06:10.254" v="585" actId="207"/>
          <ac:spMkLst>
            <pc:docMk/>
            <pc:sldMk cId="3402815164" sldId="267"/>
            <ac:spMk id="7" creationId="{03EC31DF-A61C-32D1-B57C-8B8A17752A1C}"/>
          </ac:spMkLst>
        </pc:spChg>
        <pc:picChg chg="mod">
          <ac:chgData name="EMANUELE FUSCO" userId="76a86d93-12f0-49fd-b91e-a25a4afa2296" providerId="ADAL" clId="{A527CBE1-ADCB-4072-88C6-9ABF292D4D7C}" dt="2026-06-12T18:02:15.403" v="567" actId="14826"/>
          <ac:picMkLst>
            <pc:docMk/>
            <pc:sldMk cId="3402815164" sldId="267"/>
            <ac:picMk id="5" creationId="{24F7B684-6855-AAB0-7AC1-C384AC30AD20}"/>
          </ac:picMkLst>
        </pc:picChg>
        <pc:picChg chg="mod">
          <ac:chgData name="EMANUELE FUSCO" userId="76a86d93-12f0-49fd-b91e-a25a4afa2296" providerId="ADAL" clId="{A527CBE1-ADCB-4072-88C6-9ABF292D4D7C}" dt="2026-06-12T18:01:37.846" v="566" actId="1076"/>
          <ac:picMkLst>
            <pc:docMk/>
            <pc:sldMk cId="3402815164" sldId="267"/>
            <ac:picMk id="11" creationId="{F334AB27-884E-7F52-1E7E-4AE7F1C5CC9B}"/>
          </ac:picMkLst>
        </pc:picChg>
        <pc:picChg chg="mod">
          <ac:chgData name="EMANUELE FUSCO" userId="76a86d93-12f0-49fd-b91e-a25a4afa2296" providerId="ADAL" clId="{A527CBE1-ADCB-4072-88C6-9ABF292D4D7C}" dt="2026-06-12T18:00:55.687" v="563" actId="14826"/>
          <ac:picMkLst>
            <pc:docMk/>
            <pc:sldMk cId="3402815164" sldId="267"/>
            <ac:picMk id="15" creationId="{C1991B4E-8472-6B08-0857-9F5412C6DF37}"/>
          </ac:picMkLst>
        </pc:picChg>
        <pc:cxnChg chg="mod">
          <ac:chgData name="EMANUELE FUSCO" userId="76a86d93-12f0-49fd-b91e-a25a4afa2296" providerId="ADAL" clId="{A527CBE1-ADCB-4072-88C6-9ABF292D4D7C}" dt="2026-06-12T18:01:37.846" v="566" actId="1076"/>
          <ac:cxnSpMkLst>
            <pc:docMk/>
            <pc:sldMk cId="3402815164" sldId="267"/>
            <ac:cxnSpMk id="13" creationId="{EADED719-A92B-1148-9C73-39C88E1369E5}"/>
          </ac:cxnSpMkLst>
        </pc:cxnChg>
        <pc:cxnChg chg="mod">
          <ac:chgData name="EMANUELE FUSCO" userId="76a86d93-12f0-49fd-b91e-a25a4afa2296" providerId="ADAL" clId="{A527CBE1-ADCB-4072-88C6-9ABF292D4D7C}" dt="2026-06-12T18:01:37.846" v="566" actId="1076"/>
          <ac:cxnSpMkLst>
            <pc:docMk/>
            <pc:sldMk cId="3402815164" sldId="267"/>
            <ac:cxnSpMk id="17" creationId="{E0CF2D9C-B3F9-8D1E-78D6-E2356B522515}"/>
          </ac:cxnSpMkLst>
        </pc:cxnChg>
      </pc:sldChg>
      <pc:sldChg chg="modSp mod addAnim delAnim modAnim">
        <pc:chgData name="EMANUELE FUSCO" userId="76a86d93-12f0-49fd-b91e-a25a4afa2296" providerId="ADAL" clId="{A527CBE1-ADCB-4072-88C6-9ABF292D4D7C}" dt="2026-06-14T17:39:54.248" v="639"/>
        <pc:sldMkLst>
          <pc:docMk/>
          <pc:sldMk cId="120576470" sldId="269"/>
        </pc:sldMkLst>
        <pc:picChg chg="mod">
          <ac:chgData name="EMANUELE FUSCO" userId="76a86d93-12f0-49fd-b91e-a25a4afa2296" providerId="ADAL" clId="{A527CBE1-ADCB-4072-88C6-9ABF292D4D7C}" dt="2026-06-14T17:38:25.256" v="628" actId="14100"/>
          <ac:picMkLst>
            <pc:docMk/>
            <pc:sldMk cId="120576470" sldId="269"/>
            <ac:picMk id="8" creationId="{27F174F2-4CE9-602A-0081-F6F12B751594}"/>
          </ac:picMkLst>
        </pc:picChg>
        <pc:picChg chg="mod modCrop">
          <ac:chgData name="EMANUELE FUSCO" userId="76a86d93-12f0-49fd-b91e-a25a4afa2296" providerId="ADAL" clId="{A527CBE1-ADCB-4072-88C6-9ABF292D4D7C}" dt="2026-06-14T17:39:08.759" v="632" actId="1076"/>
          <ac:picMkLst>
            <pc:docMk/>
            <pc:sldMk cId="120576470" sldId="269"/>
            <ac:picMk id="31" creationId="{95850103-79E1-A7F6-F3B3-2526CEF259C6}"/>
          </ac:picMkLst>
        </pc:picChg>
        <pc:picChg chg="mod">
          <ac:chgData name="EMANUELE FUSCO" userId="76a86d93-12f0-49fd-b91e-a25a4afa2296" providerId="ADAL" clId="{A527CBE1-ADCB-4072-88C6-9ABF292D4D7C}" dt="2026-06-14T17:39:40.871" v="637" actId="14100"/>
          <ac:picMkLst>
            <pc:docMk/>
            <pc:sldMk cId="120576470" sldId="269"/>
            <ac:picMk id="32" creationId="{8C31927F-E024-8CAF-984C-23FBC3F3B464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7:40:46.723" v="644" actId="14100"/>
        <pc:sldMkLst>
          <pc:docMk/>
          <pc:sldMk cId="3337887012" sldId="270"/>
        </pc:sldMkLst>
        <pc:picChg chg="add mod">
          <ac:chgData name="EMANUELE FUSCO" userId="76a86d93-12f0-49fd-b91e-a25a4afa2296" providerId="ADAL" clId="{A527CBE1-ADCB-4072-88C6-9ABF292D4D7C}" dt="2026-06-14T17:40:18.938" v="642"/>
          <ac:picMkLst>
            <pc:docMk/>
            <pc:sldMk cId="3337887012" sldId="270"/>
            <ac:picMk id="3" creationId="{FCBE82E4-74DE-7A73-9898-67C6A2E3B2D2}"/>
          </ac:picMkLst>
        </pc:picChg>
        <pc:picChg chg="mod">
          <ac:chgData name="EMANUELE FUSCO" userId="76a86d93-12f0-49fd-b91e-a25a4afa2296" providerId="ADAL" clId="{A527CBE1-ADCB-4072-88C6-9ABF292D4D7C}" dt="2026-06-14T17:40:46.723" v="644" actId="14100"/>
          <ac:picMkLst>
            <pc:docMk/>
            <pc:sldMk cId="3337887012" sldId="270"/>
            <ac:picMk id="5" creationId="{A4E52F4D-7CEC-1A4E-ACD4-26E83D4D46E9}"/>
          </ac:picMkLst>
        </pc:picChg>
        <pc:picChg chg="add mod">
          <ac:chgData name="EMANUELE FUSCO" userId="76a86d93-12f0-49fd-b91e-a25a4afa2296" providerId="ADAL" clId="{A527CBE1-ADCB-4072-88C6-9ABF292D4D7C}" dt="2026-06-14T17:40:18.938" v="642"/>
          <ac:picMkLst>
            <pc:docMk/>
            <pc:sldMk cId="3337887012" sldId="270"/>
            <ac:picMk id="6" creationId="{9A57073B-BE4F-58BC-F19F-D2AADB1E3A5B}"/>
          </ac:picMkLst>
        </pc:picChg>
        <pc:picChg chg="del">
          <ac:chgData name="EMANUELE FUSCO" userId="76a86d93-12f0-49fd-b91e-a25a4afa2296" providerId="ADAL" clId="{A527CBE1-ADCB-4072-88C6-9ABF292D4D7C}" dt="2026-06-14T17:40:16.946" v="640" actId="478"/>
          <ac:picMkLst>
            <pc:docMk/>
            <pc:sldMk cId="3337887012" sldId="270"/>
            <ac:picMk id="11" creationId="{1B1836C6-8B30-3A37-0A60-7A14E200E3FA}"/>
          </ac:picMkLst>
        </pc:picChg>
        <pc:picChg chg="del">
          <ac:chgData name="EMANUELE FUSCO" userId="76a86d93-12f0-49fd-b91e-a25a4afa2296" providerId="ADAL" clId="{A527CBE1-ADCB-4072-88C6-9ABF292D4D7C}" dt="2026-06-14T17:40:17.913" v="641" actId="478"/>
          <ac:picMkLst>
            <pc:docMk/>
            <pc:sldMk cId="3337887012" sldId="270"/>
            <ac:picMk id="12" creationId="{1C0720B9-5732-4072-9F71-2D9969DA99AF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7:42:27.250" v="656" actId="1076"/>
        <pc:sldMkLst>
          <pc:docMk/>
          <pc:sldMk cId="1662187800" sldId="271"/>
        </pc:sldMkLst>
        <pc:spChg chg="mod">
          <ac:chgData name="EMANUELE FUSCO" userId="76a86d93-12f0-49fd-b91e-a25a4afa2296" providerId="ADAL" clId="{A527CBE1-ADCB-4072-88C6-9ABF292D4D7C}" dt="2026-06-14T17:42:27.250" v="656" actId="1076"/>
          <ac:spMkLst>
            <pc:docMk/>
            <pc:sldMk cId="1662187800" sldId="271"/>
            <ac:spMk id="15" creationId="{79B1168E-5C10-4FF3-76D4-3BA04E561215}"/>
          </ac:spMkLst>
        </pc:spChg>
        <pc:picChg chg="add mod">
          <ac:chgData name="EMANUELE FUSCO" userId="76a86d93-12f0-49fd-b91e-a25a4afa2296" providerId="ADAL" clId="{A527CBE1-ADCB-4072-88C6-9ABF292D4D7C}" dt="2026-06-14T17:41:01.003" v="646"/>
          <ac:picMkLst>
            <pc:docMk/>
            <pc:sldMk cId="1662187800" sldId="271"/>
            <ac:picMk id="3" creationId="{57DF8D29-0D95-C537-C733-E419C350009F}"/>
          </ac:picMkLst>
        </pc:picChg>
        <pc:picChg chg="add mod modCrop">
          <ac:chgData name="EMANUELE FUSCO" userId="76a86d93-12f0-49fd-b91e-a25a4afa2296" providerId="ADAL" clId="{A527CBE1-ADCB-4072-88C6-9ABF292D4D7C}" dt="2026-06-14T17:42:27.250" v="656" actId="1076"/>
          <ac:picMkLst>
            <pc:docMk/>
            <pc:sldMk cId="1662187800" sldId="271"/>
            <ac:picMk id="5" creationId="{AD2A7D5A-E0C4-063A-A523-1F2B72939559}"/>
          </ac:picMkLst>
        </pc:picChg>
        <pc:picChg chg="del">
          <ac:chgData name="EMANUELE FUSCO" userId="76a86d93-12f0-49fd-b91e-a25a4afa2296" providerId="ADAL" clId="{A527CBE1-ADCB-4072-88C6-9ABF292D4D7C}" dt="2026-06-14T17:40:59.670" v="645" actId="478"/>
          <ac:picMkLst>
            <pc:docMk/>
            <pc:sldMk cId="1662187800" sldId="271"/>
            <ac:picMk id="8" creationId="{969CAC35-AA09-63D0-4FB2-031ADE76ECBE}"/>
          </ac:picMkLst>
        </pc:picChg>
        <pc:picChg chg="del">
          <ac:chgData name="EMANUELE FUSCO" userId="76a86d93-12f0-49fd-b91e-a25a4afa2296" providerId="ADAL" clId="{A527CBE1-ADCB-4072-88C6-9ABF292D4D7C}" dt="2026-06-14T17:41:03.992" v="647" actId="478"/>
          <ac:picMkLst>
            <pc:docMk/>
            <pc:sldMk cId="1662187800" sldId="271"/>
            <ac:picMk id="11" creationId="{0CD17BC1-30B0-1F87-1E93-9D39E0E7B82B}"/>
          </ac:picMkLst>
        </pc:picChg>
        <pc:picChg chg="mod">
          <ac:chgData name="EMANUELE FUSCO" userId="76a86d93-12f0-49fd-b91e-a25a4afa2296" providerId="ADAL" clId="{A527CBE1-ADCB-4072-88C6-9ABF292D4D7C}" dt="2026-06-14T17:41:37.885" v="651" actId="1076"/>
          <ac:picMkLst>
            <pc:docMk/>
            <pc:sldMk cId="1662187800" sldId="271"/>
            <ac:picMk id="17" creationId="{17F15D61-0BE1-0860-EA76-3F3DE7222A83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7:46:13.041" v="669" actId="1076"/>
        <pc:sldMkLst>
          <pc:docMk/>
          <pc:sldMk cId="4219190703" sldId="272"/>
        </pc:sldMkLst>
        <pc:picChg chg="add mod">
          <ac:chgData name="EMANUELE FUSCO" userId="76a86d93-12f0-49fd-b91e-a25a4afa2296" providerId="ADAL" clId="{A527CBE1-ADCB-4072-88C6-9ABF292D4D7C}" dt="2026-06-14T17:43:10.403" v="659"/>
          <ac:picMkLst>
            <pc:docMk/>
            <pc:sldMk cId="4219190703" sldId="272"/>
            <ac:picMk id="3" creationId="{D3C9A93F-F98B-CA1D-FB3E-56A79DC98F47}"/>
          </ac:picMkLst>
        </pc:picChg>
        <pc:picChg chg="add mod modCrop">
          <ac:chgData name="EMANUELE FUSCO" userId="76a86d93-12f0-49fd-b91e-a25a4afa2296" providerId="ADAL" clId="{A527CBE1-ADCB-4072-88C6-9ABF292D4D7C}" dt="2026-06-14T17:45:55.333" v="667" actId="732"/>
          <ac:picMkLst>
            <pc:docMk/>
            <pc:sldMk cId="4219190703" sldId="272"/>
            <ac:picMk id="6" creationId="{A2E8C9FD-E0C2-9FA8-E2C2-1CFA5BB5F4B9}"/>
          </ac:picMkLst>
        </pc:picChg>
        <pc:picChg chg="mod">
          <ac:chgData name="EMANUELE FUSCO" userId="76a86d93-12f0-49fd-b91e-a25a4afa2296" providerId="ADAL" clId="{A527CBE1-ADCB-4072-88C6-9ABF292D4D7C}" dt="2026-06-14T17:46:13.041" v="669" actId="1076"/>
          <ac:picMkLst>
            <pc:docMk/>
            <pc:sldMk cId="4219190703" sldId="272"/>
            <ac:picMk id="16" creationId="{C7A29919-AADA-62D8-1986-186F65728F60}"/>
          </ac:picMkLst>
        </pc:picChg>
        <pc:picChg chg="del">
          <ac:chgData name="EMANUELE FUSCO" userId="76a86d93-12f0-49fd-b91e-a25a4afa2296" providerId="ADAL" clId="{A527CBE1-ADCB-4072-88C6-9ABF292D4D7C}" dt="2026-06-14T17:43:08.877" v="657" actId="478"/>
          <ac:picMkLst>
            <pc:docMk/>
            <pc:sldMk cId="4219190703" sldId="272"/>
            <ac:picMk id="19" creationId="{62C3CC4F-838A-9257-6A4F-0B8EA595582F}"/>
          </ac:picMkLst>
        </pc:picChg>
        <pc:picChg chg="del">
          <ac:chgData name="EMANUELE FUSCO" userId="76a86d93-12f0-49fd-b91e-a25a4afa2296" providerId="ADAL" clId="{A527CBE1-ADCB-4072-88C6-9ABF292D4D7C}" dt="2026-06-14T17:43:09.521" v="658" actId="478"/>
          <ac:picMkLst>
            <pc:docMk/>
            <pc:sldMk cId="4219190703" sldId="272"/>
            <ac:picMk id="20" creationId="{1858DFF2-EFE4-1E9E-ADF1-06A96AB6ED22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7:46:59.999" v="677" actId="1076"/>
        <pc:sldMkLst>
          <pc:docMk/>
          <pc:sldMk cId="2444884370" sldId="273"/>
        </pc:sldMkLst>
        <pc:picChg chg="add mod">
          <ac:chgData name="EMANUELE FUSCO" userId="76a86d93-12f0-49fd-b91e-a25a4afa2296" providerId="ADAL" clId="{A527CBE1-ADCB-4072-88C6-9ABF292D4D7C}" dt="2026-06-14T17:46:21.517" v="672"/>
          <ac:picMkLst>
            <pc:docMk/>
            <pc:sldMk cId="2444884370" sldId="273"/>
            <ac:picMk id="3" creationId="{3989EF6C-A766-019A-6924-E89B0A1A6F29}"/>
          </ac:picMkLst>
        </pc:picChg>
        <pc:picChg chg="mod">
          <ac:chgData name="EMANUELE FUSCO" userId="76a86d93-12f0-49fd-b91e-a25a4afa2296" providerId="ADAL" clId="{A527CBE1-ADCB-4072-88C6-9ABF292D4D7C}" dt="2026-06-14T17:46:59.999" v="677" actId="1076"/>
          <ac:picMkLst>
            <pc:docMk/>
            <pc:sldMk cId="2444884370" sldId="273"/>
            <ac:picMk id="6" creationId="{6AC85DAA-EB52-AC34-0DC5-DE23E5017C08}"/>
          </ac:picMkLst>
        </pc:picChg>
        <pc:picChg chg="add mod">
          <ac:chgData name="EMANUELE FUSCO" userId="76a86d93-12f0-49fd-b91e-a25a4afa2296" providerId="ADAL" clId="{A527CBE1-ADCB-4072-88C6-9ABF292D4D7C}" dt="2026-06-14T17:46:21.517" v="672"/>
          <ac:picMkLst>
            <pc:docMk/>
            <pc:sldMk cId="2444884370" sldId="273"/>
            <ac:picMk id="8" creationId="{BDA18AFC-2915-4E9C-CFD4-ABD0E076EC74}"/>
          </ac:picMkLst>
        </pc:picChg>
        <pc:picChg chg="del">
          <ac:chgData name="EMANUELE FUSCO" userId="76a86d93-12f0-49fd-b91e-a25a4afa2296" providerId="ADAL" clId="{A527CBE1-ADCB-4072-88C6-9ABF292D4D7C}" dt="2026-06-14T17:46:19.853" v="670" actId="478"/>
          <ac:picMkLst>
            <pc:docMk/>
            <pc:sldMk cId="2444884370" sldId="273"/>
            <ac:picMk id="19" creationId="{9DD729D2-F971-C170-E3D4-A9575AB82744}"/>
          </ac:picMkLst>
        </pc:picChg>
        <pc:picChg chg="del">
          <ac:chgData name="EMANUELE FUSCO" userId="76a86d93-12f0-49fd-b91e-a25a4afa2296" providerId="ADAL" clId="{A527CBE1-ADCB-4072-88C6-9ABF292D4D7C}" dt="2026-06-14T17:46:20.656" v="671" actId="478"/>
          <ac:picMkLst>
            <pc:docMk/>
            <pc:sldMk cId="2444884370" sldId="273"/>
            <ac:picMk id="20" creationId="{85FB9ED7-38E1-1C84-EA26-3D70E0AC94FA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7:47:50.710" v="685" actId="14100"/>
        <pc:sldMkLst>
          <pc:docMk/>
          <pc:sldMk cId="1740691218" sldId="274"/>
        </pc:sldMkLst>
        <pc:spChg chg="mod">
          <ac:chgData name="EMANUELE FUSCO" userId="76a86d93-12f0-49fd-b91e-a25a4afa2296" providerId="ADAL" clId="{A527CBE1-ADCB-4072-88C6-9ABF292D4D7C}" dt="2026-06-14T17:47:18.576" v="681" actId="1076"/>
          <ac:spMkLst>
            <pc:docMk/>
            <pc:sldMk cId="1740691218" sldId="274"/>
            <ac:spMk id="16" creationId="{C08712FD-9046-C22B-9604-2C11B4F71E21}"/>
          </ac:spMkLst>
        </pc:spChg>
        <pc:picChg chg="add mod">
          <ac:chgData name="EMANUELE FUSCO" userId="76a86d93-12f0-49fd-b91e-a25a4afa2296" providerId="ADAL" clId="{A527CBE1-ADCB-4072-88C6-9ABF292D4D7C}" dt="2026-06-14T17:47:15.516" v="680"/>
          <ac:picMkLst>
            <pc:docMk/>
            <pc:sldMk cId="1740691218" sldId="274"/>
            <ac:picMk id="3" creationId="{06296617-A269-1F39-EC8C-D338F2507555}"/>
          </ac:picMkLst>
        </pc:picChg>
        <pc:picChg chg="add mod">
          <ac:chgData name="EMANUELE FUSCO" userId="76a86d93-12f0-49fd-b91e-a25a4afa2296" providerId="ADAL" clId="{A527CBE1-ADCB-4072-88C6-9ABF292D4D7C}" dt="2026-06-14T17:47:15.516" v="680"/>
          <ac:picMkLst>
            <pc:docMk/>
            <pc:sldMk cId="1740691218" sldId="274"/>
            <ac:picMk id="6" creationId="{D8BB41F1-6773-13B3-9D4D-49F145EA0D38}"/>
          </ac:picMkLst>
        </pc:picChg>
        <pc:picChg chg="mod">
          <ac:chgData name="EMANUELE FUSCO" userId="76a86d93-12f0-49fd-b91e-a25a4afa2296" providerId="ADAL" clId="{A527CBE1-ADCB-4072-88C6-9ABF292D4D7C}" dt="2026-06-14T17:47:50.710" v="685" actId="14100"/>
          <ac:picMkLst>
            <pc:docMk/>
            <pc:sldMk cId="1740691218" sldId="274"/>
            <ac:picMk id="8" creationId="{389A4A72-2FD0-C692-E9C7-C1080DD291CB}"/>
          </ac:picMkLst>
        </pc:picChg>
        <pc:picChg chg="del">
          <ac:chgData name="EMANUELE FUSCO" userId="76a86d93-12f0-49fd-b91e-a25a4afa2296" providerId="ADAL" clId="{A527CBE1-ADCB-4072-88C6-9ABF292D4D7C}" dt="2026-06-14T17:47:14.628" v="679" actId="478"/>
          <ac:picMkLst>
            <pc:docMk/>
            <pc:sldMk cId="1740691218" sldId="274"/>
            <ac:picMk id="14" creationId="{9F33EDF6-6635-730C-F561-91DAA4FD846A}"/>
          </ac:picMkLst>
        </pc:picChg>
        <pc:picChg chg="del">
          <ac:chgData name="EMANUELE FUSCO" userId="76a86d93-12f0-49fd-b91e-a25a4afa2296" providerId="ADAL" clId="{A527CBE1-ADCB-4072-88C6-9ABF292D4D7C}" dt="2026-06-14T17:47:13.919" v="678" actId="478"/>
          <ac:picMkLst>
            <pc:docMk/>
            <pc:sldMk cId="1740691218" sldId="274"/>
            <ac:picMk id="19" creationId="{841B59C6-F889-AEC2-13EB-EB9F1DA0689A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9:30:33.292" v="788" actId="1076"/>
        <pc:sldMkLst>
          <pc:docMk/>
          <pc:sldMk cId="4023610281" sldId="275"/>
        </pc:sldMkLst>
        <pc:picChg chg="del">
          <ac:chgData name="EMANUELE FUSCO" userId="76a86d93-12f0-49fd-b91e-a25a4afa2296" providerId="ADAL" clId="{A527CBE1-ADCB-4072-88C6-9ABF292D4D7C}" dt="2026-06-14T17:48:13.278" v="686" actId="478"/>
          <ac:picMkLst>
            <pc:docMk/>
            <pc:sldMk cId="4023610281" sldId="275"/>
            <ac:picMk id="3" creationId="{D85FFB71-49C5-7C17-7C92-032C3E762802}"/>
          </ac:picMkLst>
        </pc:picChg>
        <pc:picChg chg="add mod">
          <ac:chgData name="EMANUELE FUSCO" userId="76a86d93-12f0-49fd-b91e-a25a4afa2296" providerId="ADAL" clId="{A527CBE1-ADCB-4072-88C6-9ABF292D4D7C}" dt="2026-06-14T17:48:14.945" v="688"/>
          <ac:picMkLst>
            <pc:docMk/>
            <pc:sldMk cId="4023610281" sldId="275"/>
            <ac:picMk id="5" creationId="{DC7AE954-4F37-E8D5-C1FE-9130036E6C5B}"/>
          </ac:picMkLst>
        </pc:picChg>
        <pc:picChg chg="del">
          <ac:chgData name="EMANUELE FUSCO" userId="76a86d93-12f0-49fd-b91e-a25a4afa2296" providerId="ADAL" clId="{A527CBE1-ADCB-4072-88C6-9ABF292D4D7C}" dt="2026-06-14T17:48:14.030" v="687" actId="478"/>
          <ac:picMkLst>
            <pc:docMk/>
            <pc:sldMk cId="4023610281" sldId="275"/>
            <ac:picMk id="6" creationId="{A7CD8E8F-35A2-7A52-A2F6-452CA9FBE277}"/>
          </ac:picMkLst>
        </pc:picChg>
        <pc:picChg chg="add mod">
          <ac:chgData name="EMANUELE FUSCO" userId="76a86d93-12f0-49fd-b91e-a25a4afa2296" providerId="ADAL" clId="{A527CBE1-ADCB-4072-88C6-9ABF292D4D7C}" dt="2026-06-14T17:48:14.945" v="688"/>
          <ac:picMkLst>
            <pc:docMk/>
            <pc:sldMk cId="4023610281" sldId="275"/>
            <ac:picMk id="8" creationId="{3806B92B-C2F3-4355-1985-DB17C0CC2080}"/>
          </ac:picMkLst>
        </pc:picChg>
        <pc:picChg chg="mod">
          <ac:chgData name="EMANUELE FUSCO" userId="76a86d93-12f0-49fd-b91e-a25a4afa2296" providerId="ADAL" clId="{A527CBE1-ADCB-4072-88C6-9ABF292D4D7C}" dt="2026-06-14T17:53:49.898" v="696" actId="1076"/>
          <ac:picMkLst>
            <pc:docMk/>
            <pc:sldMk cId="4023610281" sldId="275"/>
            <ac:picMk id="17" creationId="{DF219F41-2BDE-2F9F-7F9A-67012E202126}"/>
          </ac:picMkLst>
        </pc:picChg>
        <pc:picChg chg="mod modCrop">
          <ac:chgData name="EMANUELE FUSCO" userId="76a86d93-12f0-49fd-b91e-a25a4afa2296" providerId="ADAL" clId="{A527CBE1-ADCB-4072-88C6-9ABF292D4D7C}" dt="2026-06-14T19:30:33.292" v="788" actId="1076"/>
          <ac:picMkLst>
            <pc:docMk/>
            <pc:sldMk cId="4023610281" sldId="275"/>
            <ac:picMk id="22" creationId="{3727CA00-774B-1B00-E3EA-B0FBB302340B}"/>
          </ac:picMkLst>
        </pc:picChg>
      </pc:sldChg>
      <pc:sldChg chg="addSp delSp modSp mod modAnim">
        <pc:chgData name="EMANUELE FUSCO" userId="76a86d93-12f0-49fd-b91e-a25a4afa2296" providerId="ADAL" clId="{A527CBE1-ADCB-4072-88C6-9ABF292D4D7C}" dt="2026-06-14T19:30:48.700" v="791"/>
        <pc:sldMkLst>
          <pc:docMk/>
          <pc:sldMk cId="132825986" sldId="276"/>
        </pc:sldMkLst>
        <pc:picChg chg="add mod">
          <ac:chgData name="EMANUELE FUSCO" userId="76a86d93-12f0-49fd-b91e-a25a4afa2296" providerId="ADAL" clId="{A527CBE1-ADCB-4072-88C6-9ABF292D4D7C}" dt="2026-06-14T19:30:41.819" v="790"/>
          <ac:picMkLst>
            <pc:docMk/>
            <pc:sldMk cId="132825986" sldId="276"/>
            <ac:picMk id="3" creationId="{7337726B-9C57-BB27-DBCA-76ABFC5DE094}"/>
          </ac:picMkLst>
        </pc:picChg>
        <pc:picChg chg="del">
          <ac:chgData name="EMANUELE FUSCO" userId="76a86d93-12f0-49fd-b91e-a25a4afa2296" providerId="ADAL" clId="{A527CBE1-ADCB-4072-88C6-9ABF292D4D7C}" dt="2026-06-14T17:54:01.916" v="697" actId="478"/>
          <ac:picMkLst>
            <pc:docMk/>
            <pc:sldMk cId="132825986" sldId="276"/>
            <ac:picMk id="3" creationId="{FE8D6EA5-4D28-B8CE-7FF1-E6E19F52C9C4}"/>
          </ac:picMkLst>
        </pc:picChg>
        <pc:picChg chg="add mod">
          <ac:chgData name="EMANUELE FUSCO" userId="76a86d93-12f0-49fd-b91e-a25a4afa2296" providerId="ADAL" clId="{A527CBE1-ADCB-4072-88C6-9ABF292D4D7C}" dt="2026-06-14T17:54:03.546" v="699"/>
          <ac:picMkLst>
            <pc:docMk/>
            <pc:sldMk cId="132825986" sldId="276"/>
            <ac:picMk id="5" creationId="{4674EBAE-167F-ECE4-B333-0251BAC52819}"/>
          </ac:picMkLst>
        </pc:picChg>
        <pc:picChg chg="del">
          <ac:chgData name="EMANUELE FUSCO" userId="76a86d93-12f0-49fd-b91e-a25a4afa2296" providerId="ADAL" clId="{A527CBE1-ADCB-4072-88C6-9ABF292D4D7C}" dt="2026-06-14T17:54:02.567" v="698" actId="478"/>
          <ac:picMkLst>
            <pc:docMk/>
            <pc:sldMk cId="132825986" sldId="276"/>
            <ac:picMk id="6" creationId="{47AC3F9A-CE90-A0B8-2F23-45459EB82C3F}"/>
          </ac:picMkLst>
        </pc:picChg>
        <pc:picChg chg="mod">
          <ac:chgData name="EMANUELE FUSCO" userId="76a86d93-12f0-49fd-b91e-a25a4afa2296" providerId="ADAL" clId="{A527CBE1-ADCB-4072-88C6-9ABF292D4D7C}" dt="2026-06-14T17:54:30.193" v="704" actId="1076"/>
          <ac:picMkLst>
            <pc:docMk/>
            <pc:sldMk cId="132825986" sldId="276"/>
            <ac:picMk id="8" creationId="{575EB638-A5EC-B388-3F95-AC091945071C}"/>
          </ac:picMkLst>
        </pc:picChg>
        <pc:picChg chg="add mod">
          <ac:chgData name="EMANUELE FUSCO" userId="76a86d93-12f0-49fd-b91e-a25a4afa2296" providerId="ADAL" clId="{A527CBE1-ADCB-4072-88C6-9ABF292D4D7C}" dt="2026-06-14T17:54:03.546" v="699"/>
          <ac:picMkLst>
            <pc:docMk/>
            <pc:sldMk cId="132825986" sldId="276"/>
            <ac:picMk id="11" creationId="{C752CDBC-1081-8509-35C4-F509ECE7FF4F}"/>
          </ac:picMkLst>
        </pc:picChg>
        <pc:picChg chg="del">
          <ac:chgData name="EMANUELE FUSCO" userId="76a86d93-12f0-49fd-b91e-a25a4afa2296" providerId="ADAL" clId="{A527CBE1-ADCB-4072-88C6-9ABF292D4D7C}" dt="2026-06-14T19:30:40.748" v="789" actId="478"/>
          <ac:picMkLst>
            <pc:docMk/>
            <pc:sldMk cId="132825986" sldId="276"/>
            <ac:picMk id="22" creationId="{463B0F4B-1DF8-EA64-A606-D3913F4B3120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9:30:57.131" v="793"/>
        <pc:sldMkLst>
          <pc:docMk/>
          <pc:sldMk cId="4166782474" sldId="277"/>
        </pc:sldMkLst>
        <pc:picChg chg="del">
          <ac:chgData name="EMANUELE FUSCO" userId="76a86d93-12f0-49fd-b91e-a25a4afa2296" providerId="ADAL" clId="{A527CBE1-ADCB-4072-88C6-9ABF292D4D7C}" dt="2026-06-14T17:55:31.286" v="710" actId="478"/>
          <ac:picMkLst>
            <pc:docMk/>
            <pc:sldMk cId="4166782474" sldId="277"/>
            <ac:picMk id="3" creationId="{55E86146-DD59-FB02-A7DF-2DA8D96BB685}"/>
          </ac:picMkLst>
        </pc:picChg>
        <pc:picChg chg="add mod">
          <ac:chgData name="EMANUELE FUSCO" userId="76a86d93-12f0-49fd-b91e-a25a4afa2296" providerId="ADAL" clId="{A527CBE1-ADCB-4072-88C6-9ABF292D4D7C}" dt="2026-06-14T19:30:57.131" v="793"/>
          <ac:picMkLst>
            <pc:docMk/>
            <pc:sldMk cId="4166782474" sldId="277"/>
            <ac:picMk id="3" creationId="{7D7A441F-9FE4-C73C-5343-A3F93B142730}"/>
          </ac:picMkLst>
        </pc:picChg>
        <pc:picChg chg="add mod">
          <ac:chgData name="EMANUELE FUSCO" userId="76a86d93-12f0-49fd-b91e-a25a4afa2296" providerId="ADAL" clId="{A527CBE1-ADCB-4072-88C6-9ABF292D4D7C}" dt="2026-06-14T17:55:37.586" v="712"/>
          <ac:picMkLst>
            <pc:docMk/>
            <pc:sldMk cId="4166782474" sldId="277"/>
            <ac:picMk id="5" creationId="{805DA6E9-E047-3DDF-7321-921845AB09D8}"/>
          </ac:picMkLst>
        </pc:picChg>
        <pc:picChg chg="del">
          <ac:chgData name="EMANUELE FUSCO" userId="76a86d93-12f0-49fd-b91e-a25a4afa2296" providerId="ADAL" clId="{A527CBE1-ADCB-4072-88C6-9ABF292D4D7C}" dt="2026-06-14T17:55:31.803" v="711" actId="478"/>
          <ac:picMkLst>
            <pc:docMk/>
            <pc:sldMk cId="4166782474" sldId="277"/>
            <ac:picMk id="6" creationId="{48F898D6-BCA7-41B6-3F6D-3307F3546F18}"/>
          </ac:picMkLst>
        </pc:picChg>
        <pc:picChg chg="add mod">
          <ac:chgData name="EMANUELE FUSCO" userId="76a86d93-12f0-49fd-b91e-a25a4afa2296" providerId="ADAL" clId="{A527CBE1-ADCB-4072-88C6-9ABF292D4D7C}" dt="2026-06-14T17:55:37.586" v="712"/>
          <ac:picMkLst>
            <pc:docMk/>
            <pc:sldMk cId="4166782474" sldId="277"/>
            <ac:picMk id="8" creationId="{BD5B8818-DA46-397A-A979-1650A5A4502C}"/>
          </ac:picMkLst>
        </pc:picChg>
        <pc:picChg chg="mod">
          <ac:chgData name="EMANUELE FUSCO" userId="76a86d93-12f0-49fd-b91e-a25a4afa2296" providerId="ADAL" clId="{A527CBE1-ADCB-4072-88C6-9ABF292D4D7C}" dt="2026-06-14T17:56:44.939" v="727" actId="1076"/>
          <ac:picMkLst>
            <pc:docMk/>
            <pc:sldMk cId="4166782474" sldId="277"/>
            <ac:picMk id="11" creationId="{2CEDE8E1-35C9-5A2F-9A8F-6C902BA66D9C}"/>
          </ac:picMkLst>
        </pc:picChg>
        <pc:picChg chg="del">
          <ac:chgData name="EMANUELE FUSCO" userId="76a86d93-12f0-49fd-b91e-a25a4afa2296" providerId="ADAL" clId="{A527CBE1-ADCB-4072-88C6-9ABF292D4D7C}" dt="2026-06-14T19:30:56.142" v="792" actId="478"/>
          <ac:picMkLst>
            <pc:docMk/>
            <pc:sldMk cId="4166782474" sldId="277"/>
            <ac:picMk id="22" creationId="{3BB91784-6B9E-8AC5-5ECA-713EDDC03FC1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9:31:01.694" v="795"/>
        <pc:sldMkLst>
          <pc:docMk/>
          <pc:sldMk cId="2324207569" sldId="278"/>
        </pc:sldMkLst>
        <pc:spChg chg="mod">
          <ac:chgData name="EMANUELE FUSCO" userId="76a86d93-12f0-49fd-b91e-a25a4afa2296" providerId="ADAL" clId="{A527CBE1-ADCB-4072-88C6-9ABF292D4D7C}" dt="2026-06-14T17:56:20.594" v="725" actId="1035"/>
          <ac:spMkLst>
            <pc:docMk/>
            <pc:sldMk cId="2324207569" sldId="278"/>
            <ac:spMk id="15" creationId="{79F5A96A-C891-DDBC-C4BB-AD8C34FC2545}"/>
          </ac:spMkLst>
        </pc:spChg>
        <pc:picChg chg="add mod">
          <ac:chgData name="EMANUELE FUSCO" userId="76a86d93-12f0-49fd-b91e-a25a4afa2296" providerId="ADAL" clId="{A527CBE1-ADCB-4072-88C6-9ABF292D4D7C}" dt="2026-06-14T17:55:51.266" v="715"/>
          <ac:picMkLst>
            <pc:docMk/>
            <pc:sldMk cId="2324207569" sldId="278"/>
            <ac:picMk id="3" creationId="{972C4FA8-8FB4-E9DE-7AC5-27D5650DE896}"/>
          </ac:picMkLst>
        </pc:picChg>
        <pc:picChg chg="add mod">
          <ac:chgData name="EMANUELE FUSCO" userId="76a86d93-12f0-49fd-b91e-a25a4afa2296" providerId="ADAL" clId="{A527CBE1-ADCB-4072-88C6-9ABF292D4D7C}" dt="2026-06-14T17:55:51.266" v="715"/>
          <ac:picMkLst>
            <pc:docMk/>
            <pc:sldMk cId="2324207569" sldId="278"/>
            <ac:picMk id="5" creationId="{8A531971-CA1A-1276-941C-5227CBEB475C}"/>
          </ac:picMkLst>
        </pc:picChg>
        <pc:picChg chg="add mod">
          <ac:chgData name="EMANUELE FUSCO" userId="76a86d93-12f0-49fd-b91e-a25a4afa2296" providerId="ADAL" clId="{A527CBE1-ADCB-4072-88C6-9ABF292D4D7C}" dt="2026-06-14T17:56:32.372" v="726"/>
          <ac:picMkLst>
            <pc:docMk/>
            <pc:sldMk cId="2324207569" sldId="278"/>
            <ac:picMk id="6" creationId="{CC4537DB-28C4-509A-3DCD-B564B6321FB5}"/>
          </ac:picMkLst>
        </pc:picChg>
        <pc:picChg chg="add mod">
          <ac:chgData name="EMANUELE FUSCO" userId="76a86d93-12f0-49fd-b91e-a25a4afa2296" providerId="ADAL" clId="{A527CBE1-ADCB-4072-88C6-9ABF292D4D7C}" dt="2026-06-14T19:31:01.694" v="795"/>
          <ac:picMkLst>
            <pc:docMk/>
            <pc:sldMk cId="2324207569" sldId="278"/>
            <ac:picMk id="8" creationId="{81F98819-5219-D272-AA32-940C09D58C25}"/>
          </ac:picMkLst>
        </pc:picChg>
        <pc:picChg chg="mod">
          <ac:chgData name="EMANUELE FUSCO" userId="76a86d93-12f0-49fd-b91e-a25a4afa2296" providerId="ADAL" clId="{A527CBE1-ADCB-4072-88C6-9ABF292D4D7C}" dt="2026-06-14T17:56:14.212" v="721" actId="1035"/>
          <ac:picMkLst>
            <pc:docMk/>
            <pc:sldMk cId="2324207569" sldId="278"/>
            <ac:picMk id="11" creationId="{5BCB6628-03C2-4523-9DC4-A967533E5FEF}"/>
          </ac:picMkLst>
        </pc:picChg>
        <pc:picChg chg="del">
          <ac:chgData name="EMANUELE FUSCO" userId="76a86d93-12f0-49fd-b91e-a25a4afa2296" providerId="ADAL" clId="{A527CBE1-ADCB-4072-88C6-9ABF292D4D7C}" dt="2026-06-14T17:55:49.684" v="713" actId="478"/>
          <ac:picMkLst>
            <pc:docMk/>
            <pc:sldMk cId="2324207569" sldId="278"/>
            <ac:picMk id="13" creationId="{3EB9183A-B74B-DF42-430B-BF945AEA3EBB}"/>
          </ac:picMkLst>
        </pc:picChg>
        <pc:picChg chg="del">
          <ac:chgData name="EMANUELE FUSCO" userId="76a86d93-12f0-49fd-b91e-a25a4afa2296" providerId="ADAL" clId="{A527CBE1-ADCB-4072-88C6-9ABF292D4D7C}" dt="2026-06-14T17:55:50.447" v="714" actId="478"/>
          <ac:picMkLst>
            <pc:docMk/>
            <pc:sldMk cId="2324207569" sldId="278"/>
            <ac:picMk id="14" creationId="{F08830A5-414F-8E96-3F38-BD485C53930E}"/>
          </ac:picMkLst>
        </pc:picChg>
        <pc:picChg chg="del mod modCrop">
          <ac:chgData name="EMANUELE FUSCO" userId="76a86d93-12f0-49fd-b91e-a25a4afa2296" providerId="ADAL" clId="{A527CBE1-ADCB-4072-88C6-9ABF292D4D7C}" dt="2026-06-14T19:31:01.198" v="794" actId="478"/>
          <ac:picMkLst>
            <pc:docMk/>
            <pc:sldMk cId="2324207569" sldId="278"/>
            <ac:picMk id="22" creationId="{96AADCE0-BC10-6CF6-F483-26E655789A47}"/>
          </ac:picMkLst>
        </pc:picChg>
      </pc:sldChg>
      <pc:sldChg chg="addSp delSp modSp mod delAnim modAnim">
        <pc:chgData name="EMANUELE FUSCO" userId="76a86d93-12f0-49fd-b91e-a25a4afa2296" providerId="ADAL" clId="{A527CBE1-ADCB-4072-88C6-9ABF292D4D7C}" dt="2026-06-14T19:31:16.478" v="799"/>
        <pc:sldMkLst>
          <pc:docMk/>
          <pc:sldMk cId="1941266540" sldId="280"/>
        </pc:sldMkLst>
        <pc:spChg chg="mod">
          <ac:chgData name="EMANUELE FUSCO" userId="76a86d93-12f0-49fd-b91e-a25a4afa2296" providerId="ADAL" clId="{A527CBE1-ADCB-4072-88C6-9ABF292D4D7C}" dt="2026-06-14T19:29:03.664" v="781" actId="1076"/>
          <ac:spMkLst>
            <pc:docMk/>
            <pc:sldMk cId="1941266540" sldId="280"/>
            <ac:spMk id="6" creationId="{3393D42A-F231-F043-BF7A-FDF2011171EF}"/>
          </ac:spMkLst>
        </pc:spChg>
        <pc:spChg chg="del">
          <ac:chgData name="EMANUELE FUSCO" userId="76a86d93-12f0-49fd-b91e-a25a4afa2296" providerId="ADAL" clId="{A527CBE1-ADCB-4072-88C6-9ABF292D4D7C}" dt="2026-06-14T17:57:49.547" v="738" actId="478"/>
          <ac:spMkLst>
            <pc:docMk/>
            <pc:sldMk cId="1941266540" sldId="280"/>
            <ac:spMk id="15" creationId="{1E3B8F8A-0651-DCBD-735A-5819C2E09D6F}"/>
          </ac:spMkLst>
        </pc:spChg>
        <pc:spChg chg="mod">
          <ac:chgData name="EMANUELE FUSCO" userId="76a86d93-12f0-49fd-b91e-a25a4afa2296" providerId="ADAL" clId="{A527CBE1-ADCB-4072-88C6-9ABF292D4D7C}" dt="2026-06-14T17:57:53.387" v="739" actId="1076"/>
          <ac:spMkLst>
            <pc:docMk/>
            <pc:sldMk cId="1941266540" sldId="280"/>
            <ac:spMk id="16" creationId="{F37F193F-5A04-D655-4409-B0B878D0A1DF}"/>
          </ac:spMkLst>
        </pc:spChg>
        <pc:picChg chg="add mod">
          <ac:chgData name="EMANUELE FUSCO" userId="76a86d93-12f0-49fd-b91e-a25a4afa2296" providerId="ADAL" clId="{A527CBE1-ADCB-4072-88C6-9ABF292D4D7C}" dt="2026-06-14T19:31:10.383" v="797"/>
          <ac:picMkLst>
            <pc:docMk/>
            <pc:sldMk cId="1941266540" sldId="280"/>
            <ac:picMk id="3" creationId="{2828528E-6C03-495F-16B2-F6364DF51070}"/>
          </ac:picMkLst>
        </pc:picChg>
        <pc:picChg chg="del">
          <ac:chgData name="EMANUELE FUSCO" userId="76a86d93-12f0-49fd-b91e-a25a4afa2296" providerId="ADAL" clId="{A527CBE1-ADCB-4072-88C6-9ABF292D4D7C}" dt="2026-06-14T17:57:42.673" v="735" actId="478"/>
          <ac:picMkLst>
            <pc:docMk/>
            <pc:sldMk cId="1941266540" sldId="280"/>
            <ac:picMk id="3" creationId="{6D74F95D-0686-95AA-120B-7A9388D13892}"/>
          </ac:picMkLst>
        </pc:picChg>
        <pc:picChg chg="del mod modCrop">
          <ac:chgData name="EMANUELE FUSCO" userId="76a86d93-12f0-49fd-b91e-a25a4afa2296" providerId="ADAL" clId="{A527CBE1-ADCB-4072-88C6-9ABF292D4D7C}" dt="2026-06-14T19:31:09.892" v="796" actId="478"/>
          <ac:picMkLst>
            <pc:docMk/>
            <pc:sldMk cId="1941266540" sldId="280"/>
            <ac:picMk id="5" creationId="{BAB68E42-F206-54B9-69AB-5C0BEF70548C}"/>
          </ac:picMkLst>
        </pc:picChg>
        <pc:picChg chg="add mod">
          <ac:chgData name="EMANUELE FUSCO" userId="76a86d93-12f0-49fd-b91e-a25a4afa2296" providerId="ADAL" clId="{A527CBE1-ADCB-4072-88C6-9ABF292D4D7C}" dt="2026-06-14T17:57:44.322" v="737"/>
          <ac:picMkLst>
            <pc:docMk/>
            <pc:sldMk cId="1941266540" sldId="280"/>
            <ac:picMk id="8" creationId="{0762E9DF-3739-0EB1-D035-F96CCB1E3691}"/>
          </ac:picMkLst>
        </pc:picChg>
        <pc:picChg chg="add mod">
          <ac:chgData name="EMANUELE FUSCO" userId="76a86d93-12f0-49fd-b91e-a25a4afa2296" providerId="ADAL" clId="{A527CBE1-ADCB-4072-88C6-9ABF292D4D7C}" dt="2026-06-14T17:57:44.322" v="737"/>
          <ac:picMkLst>
            <pc:docMk/>
            <pc:sldMk cId="1941266540" sldId="280"/>
            <ac:picMk id="11" creationId="{39D2A75D-76E1-670F-941C-EF2BA38AF808}"/>
          </ac:picMkLst>
        </pc:picChg>
        <pc:picChg chg="del">
          <ac:chgData name="EMANUELE FUSCO" userId="76a86d93-12f0-49fd-b91e-a25a4afa2296" providerId="ADAL" clId="{A527CBE1-ADCB-4072-88C6-9ABF292D4D7C}" dt="2026-06-14T17:57:43.241" v="736" actId="478"/>
          <ac:picMkLst>
            <pc:docMk/>
            <pc:sldMk cId="1941266540" sldId="280"/>
            <ac:picMk id="14" creationId="{C4F7F35F-55FD-A5B6-9B5C-C7A228062252}"/>
          </ac:picMkLst>
        </pc:picChg>
        <pc:picChg chg="mod">
          <ac:chgData name="EMANUELE FUSCO" userId="76a86d93-12f0-49fd-b91e-a25a4afa2296" providerId="ADAL" clId="{A527CBE1-ADCB-4072-88C6-9ABF292D4D7C}" dt="2026-06-14T17:58:18.549" v="744" actId="1076"/>
          <ac:picMkLst>
            <pc:docMk/>
            <pc:sldMk cId="1941266540" sldId="280"/>
            <ac:picMk id="18" creationId="{BCBCC31C-EBF1-5F81-4C71-0F70B45FF5BF}"/>
          </ac:picMkLst>
        </pc:picChg>
      </pc:sldChg>
      <pc:sldChg chg="addSp delSp modSp mod">
        <pc:chgData name="EMANUELE FUSCO" userId="76a86d93-12f0-49fd-b91e-a25a4afa2296" providerId="ADAL" clId="{A527CBE1-ADCB-4072-88C6-9ABF292D4D7C}" dt="2026-06-14T18:12:00.777" v="754" actId="14826"/>
        <pc:sldMkLst>
          <pc:docMk/>
          <pc:sldMk cId="1151346242" sldId="284"/>
        </pc:sldMkLst>
        <pc:spChg chg="add mod">
          <ac:chgData name="EMANUELE FUSCO" userId="76a86d93-12f0-49fd-b91e-a25a4afa2296" providerId="ADAL" clId="{A527CBE1-ADCB-4072-88C6-9ABF292D4D7C}" dt="2026-06-12T16:36:19.667" v="163" actId="1076"/>
          <ac:spMkLst>
            <pc:docMk/>
            <pc:sldMk cId="1151346242" sldId="284"/>
            <ac:spMk id="11" creationId="{1174DF94-0532-EBEA-A47B-3ED66BD5E043}"/>
          </ac:spMkLst>
        </pc:spChg>
        <pc:picChg chg="add mod">
          <ac:chgData name="EMANUELE FUSCO" userId="76a86d93-12f0-49fd-b91e-a25a4afa2296" providerId="ADAL" clId="{A527CBE1-ADCB-4072-88C6-9ABF292D4D7C}" dt="2026-06-12T16:23:50.527" v="70" actId="1076"/>
          <ac:picMkLst>
            <pc:docMk/>
            <pc:sldMk cId="1151346242" sldId="284"/>
            <ac:picMk id="5" creationId="{7BEB7BE9-1E0B-4114-819C-69D5D238B026}"/>
          </ac:picMkLst>
        </pc:picChg>
        <pc:picChg chg="add mod">
          <ac:chgData name="EMANUELE FUSCO" userId="76a86d93-12f0-49fd-b91e-a25a4afa2296" providerId="ADAL" clId="{A527CBE1-ADCB-4072-88C6-9ABF292D4D7C}" dt="2026-06-12T16:36:19.667" v="163" actId="1076"/>
          <ac:picMkLst>
            <pc:docMk/>
            <pc:sldMk cId="1151346242" sldId="284"/>
            <ac:picMk id="6" creationId="{1605E6A1-0639-597F-DEBA-FD3525464880}"/>
          </ac:picMkLst>
        </pc:picChg>
        <pc:picChg chg="mod">
          <ac:chgData name="EMANUELE FUSCO" userId="76a86d93-12f0-49fd-b91e-a25a4afa2296" providerId="ADAL" clId="{A527CBE1-ADCB-4072-88C6-9ABF292D4D7C}" dt="2026-06-14T18:11:52.296" v="753" actId="14826"/>
          <ac:picMkLst>
            <pc:docMk/>
            <pc:sldMk cId="1151346242" sldId="284"/>
            <ac:picMk id="7" creationId="{C399A47D-1279-9F8B-17F2-E2A1EBC109C1}"/>
          </ac:picMkLst>
        </pc:picChg>
        <pc:picChg chg="mod">
          <ac:chgData name="EMANUELE FUSCO" userId="76a86d93-12f0-49fd-b91e-a25a4afa2296" providerId="ADAL" clId="{A527CBE1-ADCB-4072-88C6-9ABF292D4D7C}" dt="2026-06-14T18:12:00.777" v="754" actId="14826"/>
          <ac:picMkLst>
            <pc:docMk/>
            <pc:sldMk cId="1151346242" sldId="284"/>
            <ac:picMk id="13" creationId="{7E2D695D-F737-1205-7D2E-37757D469FDE}"/>
          </ac:picMkLst>
        </pc:picChg>
        <pc:picChg chg="add mod">
          <ac:chgData name="EMANUELE FUSCO" userId="76a86d93-12f0-49fd-b91e-a25a4afa2296" providerId="ADAL" clId="{A527CBE1-ADCB-4072-88C6-9ABF292D4D7C}" dt="2026-06-12T16:36:12.143" v="162" actId="1038"/>
          <ac:picMkLst>
            <pc:docMk/>
            <pc:sldMk cId="1151346242" sldId="284"/>
            <ac:picMk id="17" creationId="{50042EDA-28D0-6F6E-1770-C17099E3705E}"/>
          </ac:picMkLst>
        </pc:picChg>
        <pc:picChg chg="add mod">
          <ac:chgData name="EMANUELE FUSCO" userId="76a86d93-12f0-49fd-b91e-a25a4afa2296" providerId="ADAL" clId="{A527CBE1-ADCB-4072-88C6-9ABF292D4D7C}" dt="2026-06-12T16:40:08.801" v="187" actId="1038"/>
          <ac:picMkLst>
            <pc:docMk/>
            <pc:sldMk cId="1151346242" sldId="284"/>
            <ac:picMk id="21" creationId="{CA9AE777-D829-5515-E07C-28A2C1FB7303}"/>
          </ac:picMkLst>
        </pc:picChg>
        <pc:picChg chg="add mod">
          <ac:chgData name="EMANUELE FUSCO" userId="76a86d93-12f0-49fd-b91e-a25a4afa2296" providerId="ADAL" clId="{A527CBE1-ADCB-4072-88C6-9ABF292D4D7C}" dt="2026-06-12T16:38:15.022" v="181" actId="1076"/>
          <ac:picMkLst>
            <pc:docMk/>
            <pc:sldMk cId="1151346242" sldId="284"/>
            <ac:picMk id="26" creationId="{B276608B-4529-01F7-6CB0-C0B04A87F07E}"/>
          </ac:picMkLst>
        </pc:picChg>
        <pc:cxnChg chg="add mod">
          <ac:chgData name="EMANUELE FUSCO" userId="76a86d93-12f0-49fd-b91e-a25a4afa2296" providerId="ADAL" clId="{A527CBE1-ADCB-4072-88C6-9ABF292D4D7C}" dt="2026-06-12T16:38:36.411" v="183" actId="14100"/>
          <ac:cxnSpMkLst>
            <pc:docMk/>
            <pc:sldMk cId="1151346242" sldId="284"/>
            <ac:cxnSpMk id="14" creationId="{18AB8649-D8D6-602A-B110-10C76DAAC723}"/>
          </ac:cxnSpMkLst>
        </pc:cxnChg>
      </pc:sldChg>
      <pc:sldChg chg="addSp delSp modSp mod">
        <pc:chgData name="EMANUELE FUSCO" userId="76a86d93-12f0-49fd-b91e-a25a4afa2296" providerId="ADAL" clId="{A527CBE1-ADCB-4072-88C6-9ABF292D4D7C}" dt="2026-06-14T17:59:13.997" v="750" actId="732"/>
        <pc:sldMkLst>
          <pc:docMk/>
          <pc:sldMk cId="1336980218" sldId="285"/>
        </pc:sldMkLst>
        <pc:spChg chg="add mod">
          <ac:chgData name="EMANUELE FUSCO" userId="76a86d93-12f0-49fd-b91e-a25a4afa2296" providerId="ADAL" clId="{A527CBE1-ADCB-4072-88C6-9ABF292D4D7C}" dt="2026-06-12T16:36:25.898" v="164" actId="1076"/>
          <ac:spMkLst>
            <pc:docMk/>
            <pc:sldMk cId="1336980218" sldId="285"/>
            <ac:spMk id="14" creationId="{F7394778-655B-D8C6-B758-C9D839876A6A}"/>
          </ac:spMkLst>
        </pc:spChg>
        <pc:picChg chg="mod modCrop">
          <ac:chgData name="EMANUELE FUSCO" userId="76a86d93-12f0-49fd-b91e-a25a4afa2296" providerId="ADAL" clId="{A527CBE1-ADCB-4072-88C6-9ABF292D4D7C}" dt="2026-06-14T17:59:13.997" v="750" actId="732"/>
          <ac:picMkLst>
            <pc:docMk/>
            <pc:sldMk cId="1336980218" sldId="285"/>
            <ac:picMk id="5" creationId="{ADFDCE77-3AEC-477B-E80F-94B7BDB7FA17}"/>
          </ac:picMkLst>
        </pc:picChg>
        <pc:picChg chg="add mod">
          <ac:chgData name="EMANUELE FUSCO" userId="76a86d93-12f0-49fd-b91e-a25a4afa2296" providerId="ADAL" clId="{A527CBE1-ADCB-4072-88C6-9ABF292D4D7C}" dt="2026-06-12T16:25:43.335" v="72" actId="1076"/>
          <ac:picMkLst>
            <pc:docMk/>
            <pc:sldMk cId="1336980218" sldId="285"/>
            <ac:picMk id="6" creationId="{474E07FC-569E-5416-D832-76C06939E921}"/>
          </ac:picMkLst>
        </pc:picChg>
        <pc:picChg chg="add mod">
          <ac:chgData name="EMANUELE FUSCO" userId="76a86d93-12f0-49fd-b91e-a25a4afa2296" providerId="ADAL" clId="{A527CBE1-ADCB-4072-88C6-9ABF292D4D7C}" dt="2026-06-12T16:36:25.898" v="164" actId="1076"/>
          <ac:picMkLst>
            <pc:docMk/>
            <pc:sldMk cId="1336980218" sldId="285"/>
            <ac:picMk id="8" creationId="{E95D03AF-4B9F-66FE-BDD2-F3C47E485D0D}"/>
          </ac:picMkLst>
        </pc:picChg>
        <pc:picChg chg="mod modCrop">
          <ac:chgData name="EMANUELE FUSCO" userId="76a86d93-12f0-49fd-b91e-a25a4afa2296" providerId="ADAL" clId="{A527CBE1-ADCB-4072-88C6-9ABF292D4D7C}" dt="2026-06-14T17:58:55.526" v="747" actId="732"/>
          <ac:picMkLst>
            <pc:docMk/>
            <pc:sldMk cId="1336980218" sldId="285"/>
            <ac:picMk id="11" creationId="{FD5A2558-4656-61A9-754A-F2F5E87AD39A}"/>
          </ac:picMkLst>
        </pc:picChg>
        <pc:picChg chg="add mod">
          <ac:chgData name="EMANUELE FUSCO" userId="76a86d93-12f0-49fd-b91e-a25a4afa2296" providerId="ADAL" clId="{A527CBE1-ADCB-4072-88C6-9ABF292D4D7C}" dt="2026-06-12T16:35:29.391" v="156" actId="1076"/>
          <ac:picMkLst>
            <pc:docMk/>
            <pc:sldMk cId="1336980218" sldId="285"/>
            <ac:picMk id="20" creationId="{979F3684-A6E3-A055-9154-228E4D9D6228}"/>
          </ac:picMkLst>
        </pc:picChg>
        <pc:picChg chg="add mod">
          <ac:chgData name="EMANUELE FUSCO" userId="76a86d93-12f0-49fd-b91e-a25a4afa2296" providerId="ADAL" clId="{A527CBE1-ADCB-4072-88C6-9ABF292D4D7C}" dt="2026-06-12T16:35:29.391" v="156" actId="1076"/>
          <ac:picMkLst>
            <pc:docMk/>
            <pc:sldMk cId="1336980218" sldId="285"/>
            <ac:picMk id="21" creationId="{AEBB3AD2-9179-354D-BDDD-92F76819ACED}"/>
          </ac:picMkLst>
        </pc:picChg>
        <pc:picChg chg="add mod">
          <ac:chgData name="EMANUELE FUSCO" userId="76a86d93-12f0-49fd-b91e-a25a4afa2296" providerId="ADAL" clId="{A527CBE1-ADCB-4072-88C6-9ABF292D4D7C}" dt="2026-06-12T16:37:58.023" v="174" actId="207"/>
          <ac:picMkLst>
            <pc:docMk/>
            <pc:sldMk cId="1336980218" sldId="285"/>
            <ac:picMk id="24" creationId="{4FC1A2E3-B2D3-D978-2374-321067820080}"/>
          </ac:picMkLst>
        </pc:picChg>
        <pc:cxnChg chg="add mod">
          <ac:chgData name="EMANUELE FUSCO" userId="76a86d93-12f0-49fd-b91e-a25a4afa2296" providerId="ADAL" clId="{A527CBE1-ADCB-4072-88C6-9ABF292D4D7C}" dt="2026-06-12T16:35:29.391" v="156" actId="1076"/>
          <ac:cxnSpMkLst>
            <pc:docMk/>
            <pc:sldMk cId="1336980218" sldId="285"/>
            <ac:cxnSpMk id="19" creationId="{AA4330C2-2DED-5153-B1D4-E3C7B20AE2F7}"/>
          </ac:cxnSpMkLst>
        </pc:cxnChg>
      </pc:sldChg>
      <pc:sldChg chg="addSp delSp modSp mod addAnim delAnim modAnim">
        <pc:chgData name="EMANUELE FUSCO" userId="76a86d93-12f0-49fd-b91e-a25a4afa2296" providerId="ADAL" clId="{A527CBE1-ADCB-4072-88C6-9ABF292D4D7C}" dt="2026-06-12T17:55:29.190" v="561"/>
        <pc:sldMkLst>
          <pc:docMk/>
          <pc:sldMk cId="1651898190" sldId="325"/>
        </pc:sldMkLst>
        <pc:spChg chg="mod">
          <ac:chgData name="EMANUELE FUSCO" userId="76a86d93-12f0-49fd-b91e-a25a4afa2296" providerId="ADAL" clId="{A527CBE1-ADCB-4072-88C6-9ABF292D4D7C}" dt="2026-06-12T15:36:07.766" v="7" actId="113"/>
          <ac:spMkLst>
            <pc:docMk/>
            <pc:sldMk cId="1651898190" sldId="325"/>
            <ac:spMk id="2" creationId="{02DC7968-3C84-98B0-C98A-81C25AA6A0ED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6" creationId="{39252CF3-095F-027B-0798-013B4DEF537B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18" creationId="{41386162-CB91-96E4-1DF3-93A81DD3D1BD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19" creationId="{4D705308-B9E2-F1B3-805D-47AC6FB9D095}"/>
          </ac:spMkLst>
        </pc:spChg>
        <pc:spChg chg="add mod">
          <ac:chgData name="EMANUELE FUSCO" userId="76a86d93-12f0-49fd-b91e-a25a4afa2296" providerId="ADAL" clId="{A527CBE1-ADCB-4072-88C6-9ABF292D4D7C}" dt="2026-06-12T17:54:54.353" v="558" actId="1035"/>
          <ac:spMkLst>
            <pc:docMk/>
            <pc:sldMk cId="1651898190" sldId="325"/>
            <ac:spMk id="20" creationId="{40C41B63-E172-5CBC-7F77-D9332B801AEA}"/>
          </ac:spMkLst>
        </pc:spChg>
        <pc:spChg chg="add mod">
          <ac:chgData name="EMANUELE FUSCO" userId="76a86d93-12f0-49fd-b91e-a25a4afa2296" providerId="ADAL" clId="{A527CBE1-ADCB-4072-88C6-9ABF292D4D7C}" dt="2026-06-12T17:54:45.704" v="557" actId="14100"/>
          <ac:spMkLst>
            <pc:docMk/>
            <pc:sldMk cId="1651898190" sldId="325"/>
            <ac:spMk id="21" creationId="{C7057120-58D9-5D61-3D69-49E802F2BF96}"/>
          </ac:spMkLst>
        </pc:spChg>
        <pc:spChg chg="add mod">
          <ac:chgData name="EMANUELE FUSCO" userId="76a86d93-12f0-49fd-b91e-a25a4afa2296" providerId="ADAL" clId="{A527CBE1-ADCB-4072-88C6-9ABF292D4D7C}" dt="2026-06-12T17:55:00.184" v="559" actId="1035"/>
          <ac:spMkLst>
            <pc:docMk/>
            <pc:sldMk cId="1651898190" sldId="325"/>
            <ac:spMk id="22" creationId="{3E50E95B-77F9-3939-BC52-328BA8F0BD37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23" creationId="{86ACB5B2-F852-7CD2-F5CB-F1EE53B54B5D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25" creationId="{2847D632-9A6A-CB44-561A-18EB5486C965}"/>
          </ac:spMkLst>
        </pc:spChg>
        <pc:spChg chg="add mod">
          <ac:chgData name="EMANUELE FUSCO" userId="76a86d93-12f0-49fd-b91e-a25a4afa2296" providerId="ADAL" clId="{A527CBE1-ADCB-4072-88C6-9ABF292D4D7C}" dt="2026-06-12T17:43:19.999" v="397" actId="1076"/>
          <ac:spMkLst>
            <pc:docMk/>
            <pc:sldMk cId="1651898190" sldId="325"/>
            <ac:spMk id="26" creationId="{BB914C03-2B66-C8E7-56BC-526BD76789DC}"/>
          </ac:spMkLst>
        </pc:spChg>
        <pc:spChg chg="add mod">
          <ac:chgData name="EMANUELE FUSCO" userId="76a86d93-12f0-49fd-b91e-a25a4afa2296" providerId="ADAL" clId="{A527CBE1-ADCB-4072-88C6-9ABF292D4D7C}" dt="2026-06-12T17:46:51.708" v="423" actId="1076"/>
          <ac:spMkLst>
            <pc:docMk/>
            <pc:sldMk cId="1651898190" sldId="325"/>
            <ac:spMk id="34" creationId="{73957001-5192-8CE0-3279-7C761A288D41}"/>
          </ac:spMkLst>
        </pc:spChg>
        <pc:spChg chg="add mod">
          <ac:chgData name="EMANUELE FUSCO" userId="76a86d93-12f0-49fd-b91e-a25a4afa2296" providerId="ADAL" clId="{A527CBE1-ADCB-4072-88C6-9ABF292D4D7C}" dt="2026-06-12T17:52:20.138" v="545" actId="208"/>
          <ac:spMkLst>
            <pc:docMk/>
            <pc:sldMk cId="1651898190" sldId="325"/>
            <ac:spMk id="41" creationId="{3BFCC7C9-B3B9-7D50-F179-11FE9CB68A58}"/>
          </ac:spMkLst>
        </pc:spChg>
        <pc:spChg chg="add mod">
          <ac:chgData name="EMANUELE FUSCO" userId="76a86d93-12f0-49fd-b91e-a25a4afa2296" providerId="ADAL" clId="{A527CBE1-ADCB-4072-88C6-9ABF292D4D7C}" dt="2026-06-12T17:52:20.138" v="545" actId="208"/>
          <ac:spMkLst>
            <pc:docMk/>
            <pc:sldMk cId="1651898190" sldId="325"/>
            <ac:spMk id="42" creationId="{4DD519D3-B7DA-84AA-C888-8B445573756C}"/>
          </ac:spMkLst>
        </pc:spChg>
        <pc:picChg chg="mod">
          <ac:chgData name="EMANUELE FUSCO" userId="76a86d93-12f0-49fd-b91e-a25a4afa2296" providerId="ADAL" clId="{A527CBE1-ADCB-4072-88C6-9ABF292D4D7C}" dt="2026-06-12T16:11:34.234" v="51" actId="1076"/>
          <ac:picMkLst>
            <pc:docMk/>
            <pc:sldMk cId="1651898190" sldId="325"/>
            <ac:picMk id="11" creationId="{A3134380-5314-C6D7-7F50-286F759C334F}"/>
          </ac:picMkLst>
        </pc:picChg>
        <pc:picChg chg="mod">
          <ac:chgData name="EMANUELE FUSCO" userId="76a86d93-12f0-49fd-b91e-a25a4afa2296" providerId="ADAL" clId="{A527CBE1-ADCB-4072-88C6-9ABF292D4D7C}" dt="2026-06-12T17:47:52.490" v="437" actId="1076"/>
          <ac:picMkLst>
            <pc:docMk/>
            <pc:sldMk cId="1651898190" sldId="325"/>
            <ac:picMk id="12" creationId="{A52B31E4-3253-AD2D-F239-BD429924B945}"/>
          </ac:picMkLst>
        </pc:picChg>
        <pc:picChg chg="mod ord">
          <ac:chgData name="EMANUELE FUSCO" userId="76a86d93-12f0-49fd-b91e-a25a4afa2296" providerId="ADAL" clId="{A527CBE1-ADCB-4072-88C6-9ABF292D4D7C}" dt="2026-06-12T17:48:59.484" v="532" actId="1035"/>
          <ac:picMkLst>
            <pc:docMk/>
            <pc:sldMk cId="1651898190" sldId="325"/>
            <ac:picMk id="13" creationId="{4976DBA7-BF1B-E95F-845D-7529ED8952CE}"/>
          </ac:picMkLst>
        </pc:picChg>
        <pc:picChg chg="mod">
          <ac:chgData name="EMANUELE FUSCO" userId="76a86d93-12f0-49fd-b91e-a25a4afa2296" providerId="ADAL" clId="{A527CBE1-ADCB-4072-88C6-9ABF292D4D7C}" dt="2026-06-12T17:02:09.321" v="232" actId="1076"/>
          <ac:picMkLst>
            <pc:docMk/>
            <pc:sldMk cId="1651898190" sldId="325"/>
            <ac:picMk id="14" creationId="{165BA7C0-383D-B6D8-EB11-69E48A38BFB0}"/>
          </ac:picMkLst>
        </pc:picChg>
        <pc:picChg chg="mod ord">
          <ac:chgData name="EMANUELE FUSCO" userId="76a86d93-12f0-49fd-b91e-a25a4afa2296" providerId="ADAL" clId="{A527CBE1-ADCB-4072-88C6-9ABF292D4D7C}" dt="2026-06-12T17:47:04.522" v="432" actId="1035"/>
          <ac:picMkLst>
            <pc:docMk/>
            <pc:sldMk cId="1651898190" sldId="325"/>
            <ac:picMk id="15" creationId="{7D1535C3-2413-D63C-C695-2CFFED3D117A}"/>
          </ac:picMkLst>
        </pc:picChg>
        <pc:picChg chg="add mod">
          <ac:chgData name="EMANUELE FUSCO" userId="76a86d93-12f0-49fd-b91e-a25a4afa2296" providerId="ADAL" clId="{A527CBE1-ADCB-4072-88C6-9ABF292D4D7C}" dt="2026-06-12T17:46:51.708" v="423" actId="1076"/>
          <ac:picMkLst>
            <pc:docMk/>
            <pc:sldMk cId="1651898190" sldId="325"/>
            <ac:picMk id="29" creationId="{93FBAF79-03C4-7004-9B38-0D3CE1177590}"/>
          </ac:picMkLst>
        </pc:picChg>
        <pc:cxnChg chg="add mod">
          <ac:chgData name="EMANUELE FUSCO" userId="76a86d93-12f0-49fd-b91e-a25a4afa2296" providerId="ADAL" clId="{A527CBE1-ADCB-4072-88C6-9ABF292D4D7C}" dt="2026-06-12T17:48:59.484" v="532" actId="1035"/>
          <ac:cxnSpMkLst>
            <pc:docMk/>
            <pc:sldMk cId="1651898190" sldId="325"/>
            <ac:cxnSpMk id="8" creationId="{AC6F82E2-1695-017C-4321-7067DE7F2350}"/>
          </ac:cxnSpMkLst>
        </pc:cxnChg>
        <pc:cxnChg chg="add mod">
          <ac:chgData name="EMANUELE FUSCO" userId="76a86d93-12f0-49fd-b91e-a25a4afa2296" providerId="ADAL" clId="{A527CBE1-ADCB-4072-88C6-9ABF292D4D7C}" dt="2026-06-12T17:46:51.708" v="423" actId="1076"/>
          <ac:cxnSpMkLst>
            <pc:docMk/>
            <pc:sldMk cId="1651898190" sldId="325"/>
            <ac:cxnSpMk id="31" creationId="{3A7C6ED1-705A-BB96-78C0-583B2C6B6C5E}"/>
          </ac:cxnSpMkLst>
        </pc:cxnChg>
        <pc:cxnChg chg="add mod">
          <ac:chgData name="EMANUELE FUSCO" userId="76a86d93-12f0-49fd-b91e-a25a4afa2296" providerId="ADAL" clId="{A527CBE1-ADCB-4072-88C6-9ABF292D4D7C}" dt="2026-06-12T17:46:51.708" v="423" actId="1076"/>
          <ac:cxnSpMkLst>
            <pc:docMk/>
            <pc:sldMk cId="1651898190" sldId="325"/>
            <ac:cxnSpMk id="33" creationId="{E0EB2850-F51E-4AE6-09A7-846DEE2AAB7C}"/>
          </ac:cxnSpMkLst>
        </pc:cxnChg>
      </pc:sldChg>
      <pc:sldChg chg="addSp delSp modSp mod">
        <pc:chgData name="EMANUELE FUSCO" userId="76a86d93-12f0-49fd-b91e-a25a4afa2296" providerId="ADAL" clId="{A527CBE1-ADCB-4072-88C6-9ABF292D4D7C}" dt="2026-06-14T19:29:30.031" v="784" actId="1076"/>
        <pc:sldMkLst>
          <pc:docMk/>
          <pc:sldMk cId="258078195" sldId="326"/>
        </pc:sldMkLst>
        <pc:spChg chg="mod">
          <ac:chgData name="EMANUELE FUSCO" userId="76a86d93-12f0-49fd-b91e-a25a4afa2296" providerId="ADAL" clId="{A527CBE1-ADCB-4072-88C6-9ABF292D4D7C}" dt="2026-06-14T19:29:30.031" v="784" actId="1076"/>
          <ac:spMkLst>
            <pc:docMk/>
            <pc:sldMk cId="258078195" sldId="326"/>
            <ac:spMk id="6" creationId="{3CA02645-13BC-B0CA-C1AB-F1D5FD51B3FE}"/>
          </ac:spMkLst>
        </pc:spChg>
        <pc:picChg chg="add mod">
          <ac:chgData name="EMANUELE FUSCO" userId="76a86d93-12f0-49fd-b91e-a25a4afa2296" providerId="ADAL" clId="{A527CBE1-ADCB-4072-88C6-9ABF292D4D7C}" dt="2026-06-14T17:56:52.054" v="729"/>
          <ac:picMkLst>
            <pc:docMk/>
            <pc:sldMk cId="258078195" sldId="326"/>
            <ac:picMk id="3" creationId="{56E04467-B64B-DC56-C310-BD854E571D82}"/>
          </ac:picMkLst>
        </pc:picChg>
        <pc:picChg chg="mod modCrop">
          <ac:chgData name="EMANUELE FUSCO" userId="76a86d93-12f0-49fd-b91e-a25a4afa2296" providerId="ADAL" clId="{A527CBE1-ADCB-4072-88C6-9ABF292D4D7C}" dt="2026-06-14T19:29:28.081" v="783" actId="1076"/>
          <ac:picMkLst>
            <pc:docMk/>
            <pc:sldMk cId="258078195" sldId="326"/>
            <ac:picMk id="5" creationId="{05075CA3-3DFA-6C1A-4479-32179405DBCC}"/>
          </ac:picMkLst>
        </pc:picChg>
        <pc:picChg chg="del">
          <ac:chgData name="EMANUELE FUSCO" userId="76a86d93-12f0-49fd-b91e-a25a4afa2296" providerId="ADAL" clId="{A527CBE1-ADCB-4072-88C6-9ABF292D4D7C}" dt="2026-06-14T17:56:51.240" v="728" actId="478"/>
          <ac:picMkLst>
            <pc:docMk/>
            <pc:sldMk cId="258078195" sldId="326"/>
            <ac:picMk id="8" creationId="{67C9D0E5-6BC4-0E90-BD0F-C44FE420824C}"/>
          </ac:picMkLst>
        </pc:picChg>
        <pc:picChg chg="add mod">
          <ac:chgData name="EMANUELE FUSCO" userId="76a86d93-12f0-49fd-b91e-a25a4afa2296" providerId="ADAL" clId="{A527CBE1-ADCB-4072-88C6-9ABF292D4D7C}" dt="2026-06-14T17:56:52.054" v="729"/>
          <ac:picMkLst>
            <pc:docMk/>
            <pc:sldMk cId="258078195" sldId="326"/>
            <ac:picMk id="11" creationId="{01178D77-2376-D4E0-002C-DEDADFD3041F}"/>
          </ac:picMkLst>
        </pc:picChg>
        <pc:picChg chg="del">
          <ac:chgData name="EMANUELE FUSCO" userId="76a86d93-12f0-49fd-b91e-a25a4afa2296" providerId="ADAL" clId="{A527CBE1-ADCB-4072-88C6-9ABF292D4D7C}" dt="2026-06-14T17:56:51.240" v="728" actId="478"/>
          <ac:picMkLst>
            <pc:docMk/>
            <pc:sldMk cId="258078195" sldId="326"/>
            <ac:picMk id="13" creationId="{A055832F-2D88-E64D-055F-8FA9428E3AC6}"/>
          </ac:picMkLst>
        </pc:picChg>
        <pc:picChg chg="mod">
          <ac:chgData name="EMANUELE FUSCO" userId="76a86d93-12f0-49fd-b91e-a25a4afa2296" providerId="ADAL" clId="{A527CBE1-ADCB-4072-88C6-9ABF292D4D7C}" dt="2026-06-14T17:57:15.199" v="734" actId="1076"/>
          <ac:picMkLst>
            <pc:docMk/>
            <pc:sldMk cId="258078195" sldId="326"/>
            <ac:picMk id="17" creationId="{70CBE5CF-5BCB-1E19-38DD-DD3E785DB577}"/>
          </ac:picMkLst>
        </pc:picChg>
      </pc:sldChg>
      <pc:sldChg chg="addSp modSp mod modAnim">
        <pc:chgData name="EMANUELE FUSCO" userId="76a86d93-12f0-49fd-b91e-a25a4afa2296" providerId="ADAL" clId="{A527CBE1-ADCB-4072-88C6-9ABF292D4D7C}" dt="2026-06-12T19:41:00.038" v="602"/>
        <pc:sldMkLst>
          <pc:docMk/>
          <pc:sldMk cId="1082352291" sldId="327"/>
        </pc:sldMkLst>
        <pc:spChg chg="mod">
          <ac:chgData name="EMANUELE FUSCO" userId="76a86d93-12f0-49fd-b91e-a25a4afa2296" providerId="ADAL" clId="{A527CBE1-ADCB-4072-88C6-9ABF292D4D7C}" dt="2026-06-12T18:22:04.558" v="589" actId="207"/>
          <ac:spMkLst>
            <pc:docMk/>
            <pc:sldMk cId="1082352291" sldId="327"/>
            <ac:spMk id="47" creationId="{5B0DAD63-AD86-523D-C19D-8FB9467BC0E7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57" creationId="{99F28712-C87D-2E62-FB75-C405136A564C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58" creationId="{561A8A34-1DCF-D50B-5BA8-D2062067E4DE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59" creationId="{C5874168-49FB-D1B7-56D1-7561548A139F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70" creationId="{B7EBD247-5FE9-EBDC-A957-4E7C10F24FAC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71" creationId="{5C981386-6E0E-667C-FA61-02D7F36B7DA4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178" creationId="{A46D3D1A-97FB-F180-C567-929BBD7290B2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179" creationId="{58CDA091-D71E-A3EA-56B7-EC3461F05EA3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180" creationId="{29193964-2DC0-4408-E7B2-ADB80732DAF2}"/>
          </ac:spMkLst>
        </pc:spChg>
        <pc:spChg chg="mod">
          <ac:chgData name="EMANUELE FUSCO" userId="76a86d93-12f0-49fd-b91e-a25a4afa2296" providerId="ADAL" clId="{A527CBE1-ADCB-4072-88C6-9ABF292D4D7C}" dt="2026-06-12T19:37:35.040" v="596" actId="1076"/>
          <ac:spMkLst>
            <pc:docMk/>
            <pc:sldMk cId="1082352291" sldId="327"/>
            <ac:spMk id="181" creationId="{7700C702-D98C-9578-1A3B-EDC456342AAD}"/>
          </ac:spMkLst>
        </pc:spChg>
        <pc:picChg chg="add mod">
          <ac:chgData name="EMANUELE FUSCO" userId="76a86d93-12f0-49fd-b91e-a25a4afa2296" providerId="ADAL" clId="{A527CBE1-ADCB-4072-88C6-9ABF292D4D7C}" dt="2026-06-12T19:38:24.742" v="600" actId="1582"/>
          <ac:picMkLst>
            <pc:docMk/>
            <pc:sldMk cId="1082352291" sldId="327"/>
            <ac:picMk id="5" creationId="{2EDEBA91-3B8D-A907-AD52-EAAD0841A9CF}"/>
          </ac:picMkLst>
        </pc:picChg>
        <pc:picChg chg="mod">
          <ac:chgData name="EMANUELE FUSCO" userId="76a86d93-12f0-49fd-b91e-a25a4afa2296" providerId="ADAL" clId="{A527CBE1-ADCB-4072-88C6-9ABF292D4D7C}" dt="2026-06-12T19:37:35.040" v="596" actId="1076"/>
          <ac:picMkLst>
            <pc:docMk/>
            <pc:sldMk cId="1082352291" sldId="327"/>
            <ac:picMk id="53" creationId="{943FA3CF-2BA6-CE9A-BF1D-89AB2D3E8E71}"/>
          </ac:picMkLst>
        </pc:picChg>
      </pc:sldChg>
      <pc:sldChg chg="addSp modSp add mod modTransition setBg">
        <pc:chgData name="EMANUELE FUSCO" userId="76a86d93-12f0-49fd-b91e-a25a4afa2296" providerId="ADAL" clId="{A527CBE1-ADCB-4072-88C6-9ABF292D4D7C}" dt="2026-06-12T16:47:48.018" v="227"/>
        <pc:sldMkLst>
          <pc:docMk/>
          <pc:sldMk cId="2739369676" sldId="328"/>
        </pc:sldMkLst>
        <pc:spChg chg="mod">
          <ac:chgData name="EMANUELE FUSCO" userId="76a86d93-12f0-49fd-b91e-a25a4afa2296" providerId="ADAL" clId="{A527CBE1-ADCB-4072-88C6-9ABF292D4D7C}" dt="2026-06-12T16:46:52.969" v="224" actId="1036"/>
          <ac:spMkLst>
            <pc:docMk/>
            <pc:sldMk cId="2739369676" sldId="328"/>
            <ac:spMk id="25" creationId="{797B40EB-E2EB-5FF5-E2B7-83E53900774A}"/>
          </ac:spMkLst>
        </pc:spChg>
        <pc:spChg chg="add">
          <ac:chgData name="EMANUELE FUSCO" userId="76a86d93-12f0-49fd-b91e-a25a4afa2296" providerId="ADAL" clId="{A527CBE1-ADCB-4072-88C6-9ABF292D4D7C}" dt="2026-06-12T16:45:29.797" v="198" actId="26606"/>
          <ac:spMkLst>
            <pc:docMk/>
            <pc:sldMk cId="2739369676" sldId="328"/>
            <ac:spMk id="30" creationId="{C1DD1A8A-57D5-4A81-AD04-532B043C5611}"/>
          </ac:spMkLst>
        </pc:spChg>
        <pc:spChg chg="add">
          <ac:chgData name="EMANUELE FUSCO" userId="76a86d93-12f0-49fd-b91e-a25a4afa2296" providerId="ADAL" clId="{A527CBE1-ADCB-4072-88C6-9ABF292D4D7C}" dt="2026-06-12T16:45:29.797" v="198" actId="26606"/>
          <ac:spMkLst>
            <pc:docMk/>
            <pc:sldMk cId="2739369676" sldId="328"/>
            <ac:spMk id="32" creationId="{007891EC-4501-44ED-A8C8-B11B6DB767AB}"/>
          </ac:spMkLst>
        </pc:spChg>
        <pc:picChg chg="mod">
          <ac:chgData name="EMANUELE FUSCO" userId="76a86d93-12f0-49fd-b91e-a25a4afa2296" providerId="ADAL" clId="{A527CBE1-ADCB-4072-88C6-9ABF292D4D7C}" dt="2026-06-12T16:46:45.708" v="208" actId="1076"/>
          <ac:picMkLst>
            <pc:docMk/>
            <pc:sldMk cId="2739369676" sldId="328"/>
            <ac:picMk id="5" creationId="{E7AE4E58-9D2E-8D8B-FDC9-A0ACE3141EFF}"/>
          </ac:picMkLst>
        </pc:picChg>
      </pc:sldChg>
    </pc:docChg>
  </pc:docChgLst>
  <pc:docChgLst>
    <pc:chgData name="EMANUELE FUSCO" userId="76a86d93-12f0-49fd-b91e-a25a4afa2296" providerId="ADAL" clId="{5984CA57-1A43-41E1-AF72-06B9F39924EE}"/>
    <pc:docChg chg="custSel modSld">
      <pc:chgData name="EMANUELE FUSCO" userId="76a86d93-12f0-49fd-b91e-a25a4afa2296" providerId="ADAL" clId="{5984CA57-1A43-41E1-AF72-06B9F39924EE}" dt="2026-06-12T19:05:43.516" v="10" actId="1037"/>
      <pc:docMkLst>
        <pc:docMk/>
      </pc:docMkLst>
      <pc:sldChg chg="modSp mod">
        <pc:chgData name="EMANUELE FUSCO" userId="76a86d93-12f0-49fd-b91e-a25a4afa2296" providerId="ADAL" clId="{5984CA57-1A43-41E1-AF72-06B9F39924EE}" dt="2026-06-12T19:05:34.526" v="7" actId="1036"/>
        <pc:sldMkLst>
          <pc:docMk/>
          <pc:sldMk cId="1151346242" sldId="284"/>
        </pc:sldMkLst>
        <pc:picChg chg="mod">
          <ac:chgData name="EMANUELE FUSCO" userId="76a86d93-12f0-49fd-b91e-a25a4afa2296" providerId="ADAL" clId="{5984CA57-1A43-41E1-AF72-06B9F39924EE}" dt="2026-06-12T19:05:34.526" v="7" actId="1036"/>
          <ac:picMkLst>
            <pc:docMk/>
            <pc:sldMk cId="1151346242" sldId="284"/>
            <ac:picMk id="21" creationId="{CA9AE777-D829-5515-E07C-28A2C1FB7303}"/>
          </ac:picMkLst>
        </pc:picChg>
      </pc:sldChg>
      <pc:sldChg chg="modSp mod">
        <pc:chgData name="EMANUELE FUSCO" userId="76a86d93-12f0-49fd-b91e-a25a4afa2296" providerId="ADAL" clId="{5984CA57-1A43-41E1-AF72-06B9F39924EE}" dt="2026-06-12T19:05:43.516" v="10" actId="1037"/>
        <pc:sldMkLst>
          <pc:docMk/>
          <pc:sldMk cId="1336980218" sldId="285"/>
        </pc:sldMkLst>
        <pc:picChg chg="mod">
          <ac:chgData name="EMANUELE FUSCO" userId="76a86d93-12f0-49fd-b91e-a25a4afa2296" providerId="ADAL" clId="{5984CA57-1A43-41E1-AF72-06B9F39924EE}" dt="2026-06-12T19:05:43.516" v="10" actId="1037"/>
          <ac:picMkLst>
            <pc:docMk/>
            <pc:sldMk cId="1336980218" sldId="285"/>
            <ac:picMk id="20" creationId="{979F3684-A6E3-A055-9154-228E4D9D6228}"/>
          </ac:picMkLst>
        </pc:picChg>
      </pc:sldChg>
      <pc:sldChg chg="modSp mod addAnim delAnim">
        <pc:chgData name="EMANUELE FUSCO" userId="76a86d93-12f0-49fd-b91e-a25a4afa2296" providerId="ADAL" clId="{5984CA57-1A43-41E1-AF72-06B9F39924EE}" dt="2026-06-12T19:04:22.015" v="2" actId="1035"/>
        <pc:sldMkLst>
          <pc:docMk/>
          <pc:sldMk cId="1651898190" sldId="325"/>
        </pc:sldMkLst>
        <pc:picChg chg="mod">
          <ac:chgData name="EMANUELE FUSCO" userId="76a86d93-12f0-49fd-b91e-a25a4afa2296" providerId="ADAL" clId="{5984CA57-1A43-41E1-AF72-06B9F39924EE}" dt="2026-06-12T19:04:18.220" v="1" actId="1035"/>
          <ac:picMkLst>
            <pc:docMk/>
            <pc:sldMk cId="1651898190" sldId="325"/>
            <ac:picMk id="12" creationId="{A52B31E4-3253-AD2D-F239-BD429924B945}"/>
          </ac:picMkLst>
        </pc:picChg>
        <pc:picChg chg="mod">
          <ac:chgData name="EMANUELE FUSCO" userId="76a86d93-12f0-49fd-b91e-a25a4afa2296" providerId="ADAL" clId="{5984CA57-1A43-41E1-AF72-06B9F39924EE}" dt="2026-06-12T19:04:22.015" v="2" actId="1035"/>
          <ac:picMkLst>
            <pc:docMk/>
            <pc:sldMk cId="1651898190" sldId="325"/>
            <ac:picMk id="13" creationId="{4976DBA7-BF1B-E95F-845D-7529ED8952CE}"/>
          </ac:picMkLst>
        </pc:picChg>
        <pc:cxnChg chg="mod">
          <ac:chgData name="EMANUELE FUSCO" userId="76a86d93-12f0-49fd-b91e-a25a4afa2296" providerId="ADAL" clId="{5984CA57-1A43-41E1-AF72-06B9F39924EE}" dt="2026-06-12T19:04:22.015" v="2" actId="1035"/>
          <ac:cxnSpMkLst>
            <pc:docMk/>
            <pc:sldMk cId="1651898190" sldId="325"/>
            <ac:cxnSpMk id="8" creationId="{AC6F82E2-1695-017C-4321-7067DE7F235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4F915-DDDE-4CAA-895D-614564BB8837}" type="datetimeFigureOut">
              <a:rPr lang="en-GB" smtClean="0"/>
              <a:t>14/06/2026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B5884-7D75-46CC-B688-7B54B2BD8EAE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9703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4C5A5-33D0-4441-96FE-163C8B7C9D3F}" type="datetimeFigureOut">
              <a:rPr lang="en-GB" smtClean="0"/>
              <a:t>14/06/2026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4E1B5-63BC-4334-9D81-D58D41015F1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47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3771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66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352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BE3C-50FC-415D-9A14-BD1EA1B8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672AA-2F25-60BD-FB10-A4796753B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52A31-0BE9-3316-FB4B-307A094C8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E514D-D071-DA2D-24AC-615826876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087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0F5B0-62C1-7F7E-8A59-F0A155E3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C21DF-2F5E-07A3-9997-A2461AADE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32AC2-F86A-1181-935E-C41A25609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9D073-08FC-6F52-E40F-E5D1CF44A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301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47BF-5DB0-45CC-FCD1-23D93458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FF405-483C-EBD0-25BB-4D5BF16D8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ECC5E-C45B-50B4-92B4-D55FF220C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31835-09D8-BE32-EFC8-6C3830425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94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BE4E-F4F3-3E56-7FB6-AD8EB53C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4D9C6-D847-06E2-A44F-85F6025F6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461C7-B74E-F143-8123-E2AD2D95D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9AB5-E0B1-EDC4-026D-03FF17EA5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007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007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546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2138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333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856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4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871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0EF6-168A-C9B5-E706-CE308B09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3C13D-B63A-C047-D7FB-8D025E551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D809C-5D30-A7E4-50F6-10FDDF5A0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80EB7-452C-24EE-265A-C014168D0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314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3644-8A8F-1554-A3C9-D6EC60F7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2C7E9-F2DF-0BFE-8A81-709C7A4E3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7F0FC-F9B2-4927-6DA4-7CD89125D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11878-3313-AAE7-3A9E-476E74E78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220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E8829-12B7-7202-133F-D824AA5E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09A70-BE44-6DAC-6095-56C9CB11A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22CA-79A0-2461-BB1E-89FB79914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0214A-1058-66FC-D03A-7221AABF7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168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10D9-BE72-7CCA-A6C3-30468C96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AF0BD-ED4E-17CF-F2B7-9001A5CE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BF370-E33B-8993-EC1C-2F91A2389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5E678-4C06-F6E7-7482-344020276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162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DC09-8E49-0B51-0A1A-2ACD27E9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A04B2-3306-8213-26D3-AB1FC6B78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70B61-9625-00FA-15F2-E6D3934B8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010C0-254F-42C0-B144-D3CD46A57A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847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B92E-80E7-3A19-4AAC-1E296634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79136-2AA4-C049-6B40-F849284CA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28FD1-EE36-3407-C45A-BB435ECBC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45418-7B08-30DB-9979-0BFC8AAFD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157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F980-35B8-2BA4-656B-1D805298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D3586-FAC4-AAF8-4E18-98C44610D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AFFD2-012F-6B53-A5B0-B7DB911B0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66F4-19AB-D605-C10A-73A1C290A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246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7BAB-B5DA-B596-05F8-F6DD74FA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DCC12-0044-CC24-4CB2-7AB2B6209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8F9FC-7762-576F-D470-2C7985970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3DD28-0E3F-5AFB-52A2-786FCEC2E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136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468C-7E84-DBCB-4EB9-1B3BBB4B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5E823-20B0-8B2D-DBE0-E22FBE555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859AD-5881-4F93-A052-90B2F4D9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D43E7-4A25-5B4E-4E45-D32584FE9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921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B321-98BB-490C-ABBC-56FF7E16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24EEE-21A7-536B-A12E-BB95702B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31CC3-08DB-58B8-5F5E-AA70DB500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26932-48E2-FC55-F44C-BF04F088F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0541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9F0E-CF9C-D476-5617-982450F0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6EC78-40FB-8CBC-4E8D-D4E8962D2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AB08D-C523-5649-D90C-04F5D76A3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425E1-54AA-A3C1-C7DF-A60A30BC4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2675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EC95-02B1-283A-AB36-D419AF34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2543D-59EF-58D2-80CC-940D24E38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E8EA4-3CCA-2BF2-7E63-13D666E12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D2818-28CE-AA61-16CE-9831C2FE7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9585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CED04-98D8-18C0-5BDE-4ED6EA9B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E828D-AB08-59A5-DC0A-0C917DA42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496F0-C4CF-8320-ED17-83D5AF329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DF738-326B-E6E4-AD5E-2AFAB0710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557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75915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729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2FF6-8FA7-80E0-FC85-44C1834F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4181F-67BE-4C71-B6B9-EEA69F25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4BB32-D1A9-DADB-CE10-44986131F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5D498-E8AA-B415-5E1A-125ADFC13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131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F443-9570-C845-0255-E8013D5D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0DB5F-69F7-A941-983C-9084CE2F3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18045-737C-6E15-95DA-7C1AD551A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5E1F-699E-2847-1739-18C7F2021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0402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D2BC4-C897-AC27-3D46-45D33490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FD44F-D92E-0D46-B732-9B064CBFA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F55A0-9117-3CE2-F69B-5875C42E7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EA667-7F88-F4B9-892D-02F842F13A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4E1B5-63BC-4334-9D81-D58D41015F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5431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B88A-98E7-6E92-3887-9D6C2048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95A86-50E1-EAE6-9B09-E6D05BD5C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765D2-0877-975B-4D09-BB315BBDE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5A48-AFD6-D5E9-EBAB-89C189AC7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4E1B5-63BC-4334-9D81-D58D41015F1C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302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16873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26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17470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006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15360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951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462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8241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9101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128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58095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90A91-0F3D-9944-94EF-F5C93CDE0643}" type="datetimeFigureOut">
              <a:rPr lang="it-IT" smtClean="0"/>
              <a:t>14/06/2026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A2948-A980-434D-BAB3-FF8DF2F4692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220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78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schahzy/OpenAUV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80.png"/><Relationship Id="rId12" Type="http://schemas.openxmlformats.org/officeDocument/2006/relationships/image" Target="../media/image130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0.png"/><Relationship Id="rId20" Type="http://schemas.openxmlformats.org/officeDocument/2006/relationships/image" Target="../media/image2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11" Type="http://schemas.openxmlformats.org/officeDocument/2006/relationships/image" Target="../media/image120.png"/><Relationship Id="rId5" Type="http://schemas.openxmlformats.org/officeDocument/2006/relationships/image" Target="../media/image10.png"/><Relationship Id="rId15" Type="http://schemas.openxmlformats.org/officeDocument/2006/relationships/image" Target="../media/image160.png"/><Relationship Id="rId10" Type="http://schemas.openxmlformats.org/officeDocument/2006/relationships/image" Target="../media/image111.png"/><Relationship Id="rId19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60.png"/><Relationship Id="rId1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90.png"/><Relationship Id="rId12" Type="http://schemas.openxmlformats.org/officeDocument/2006/relationships/image" Target="../media/image140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15" Type="http://schemas.openxmlformats.org/officeDocument/2006/relationships/image" Target="../media/image25.png"/><Relationship Id="rId10" Type="http://schemas.openxmlformats.org/officeDocument/2006/relationships/image" Target="../media/image120.png"/><Relationship Id="rId19" Type="http://schemas.openxmlformats.org/officeDocument/2006/relationships/image" Target="../media/image260.png"/><Relationship Id="rId4" Type="http://schemas.openxmlformats.org/officeDocument/2006/relationships/image" Target="../media/image10.png"/><Relationship Id="rId9" Type="http://schemas.openxmlformats.org/officeDocument/2006/relationships/image" Target="../media/image111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60.png"/><Relationship Id="rId18" Type="http://schemas.openxmlformats.org/officeDocument/2006/relationships/image" Target="../media/image260.png"/><Relationship Id="rId3" Type="http://schemas.openxmlformats.org/officeDocument/2006/relationships/image" Target="../media/image7.png"/><Relationship Id="rId7" Type="http://schemas.openxmlformats.org/officeDocument/2006/relationships/image" Target="../media/image90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15" Type="http://schemas.openxmlformats.org/officeDocument/2006/relationships/image" Target="../media/image29.png"/><Relationship Id="rId10" Type="http://schemas.openxmlformats.org/officeDocument/2006/relationships/image" Target="../media/image120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11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38.png"/><Relationship Id="rId7" Type="http://schemas.openxmlformats.org/officeDocument/2006/relationships/image" Target="../media/image2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41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0" Type="http://schemas.openxmlformats.org/officeDocument/2006/relationships/image" Target="../media/image330.png"/><Relationship Id="rId4" Type="http://schemas.openxmlformats.org/officeDocument/2006/relationships/image" Target="../media/image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39.png"/><Relationship Id="rId10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39.png"/><Relationship Id="rId10" Type="http://schemas.openxmlformats.org/officeDocument/2006/relationships/image" Target="../media/image61.png"/><Relationship Id="rId4" Type="http://schemas.openxmlformats.org/officeDocument/2006/relationships/image" Target="../media/image7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69.png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5" Type="http://schemas.openxmlformats.org/officeDocument/2006/relationships/image" Target="../media/image69.png"/><Relationship Id="rId4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image" Target="../media/image69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77.png"/><Relationship Id="rId4" Type="http://schemas.openxmlformats.org/officeDocument/2006/relationships/image" Target="../media/image69.png"/><Relationship Id="rId9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79.png"/><Relationship Id="rId4" Type="http://schemas.openxmlformats.org/officeDocument/2006/relationships/image" Target="../media/image69.png"/><Relationship Id="rId9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png"/><Relationship Id="rId5" Type="http://schemas.openxmlformats.org/officeDocument/2006/relationships/image" Target="../media/image79.png"/><Relationship Id="rId4" Type="http://schemas.openxmlformats.org/officeDocument/2006/relationships/image" Target="../media/image69.png"/><Relationship Id="rId9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79.png"/><Relationship Id="rId10" Type="http://schemas.openxmlformats.org/officeDocument/2006/relationships/image" Target="../media/image83.png"/><Relationship Id="rId4" Type="http://schemas.openxmlformats.org/officeDocument/2006/relationships/image" Target="../media/image69.png"/><Relationship Id="rId9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5" Type="http://schemas.openxmlformats.org/officeDocument/2006/relationships/image" Target="../media/image79.png"/><Relationship Id="rId4" Type="http://schemas.openxmlformats.org/officeDocument/2006/relationships/image" Target="../media/image69.png"/><Relationship Id="rId9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79.png"/><Relationship Id="rId4" Type="http://schemas.openxmlformats.org/officeDocument/2006/relationships/image" Target="../media/image69.png"/><Relationship Id="rId9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0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791.png"/><Relationship Id="rId3" Type="http://schemas.openxmlformats.org/officeDocument/2006/relationships/image" Target="../media/image7.png"/><Relationship Id="rId7" Type="http://schemas.openxmlformats.org/officeDocument/2006/relationships/image" Target="../media/image98.png"/><Relationship Id="rId12" Type="http://schemas.openxmlformats.org/officeDocument/2006/relationships/image" Target="../media/image770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8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.png"/><Relationship Id="rId11" Type="http://schemas.openxmlformats.org/officeDocument/2006/relationships/image" Target="../media/image760.png"/><Relationship Id="rId5" Type="http://schemas.openxmlformats.org/officeDocument/2006/relationships/image" Target="../media/image96.png"/><Relationship Id="rId15" Type="http://schemas.openxmlformats.org/officeDocument/2006/relationships/image" Target="../media/image840.png"/><Relationship Id="rId10" Type="http://schemas.openxmlformats.org/officeDocument/2006/relationships/image" Target="../media/image750.png"/><Relationship Id="rId4" Type="http://schemas.openxmlformats.org/officeDocument/2006/relationships/image" Target="../media/image95.png"/><Relationship Id="rId9" Type="http://schemas.openxmlformats.org/officeDocument/2006/relationships/image" Target="../media/image740.png"/><Relationship Id="rId14" Type="http://schemas.openxmlformats.org/officeDocument/2006/relationships/image" Target="../media/image8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5.svg"/><Relationship Id="rId12" Type="http://schemas.openxmlformats.org/officeDocument/2006/relationships/image" Target="../media/image108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4.png"/><Relationship Id="rId11" Type="http://schemas.openxmlformats.org/officeDocument/2006/relationships/image" Target="../media/image107.svg"/><Relationship Id="rId5" Type="http://schemas.openxmlformats.org/officeDocument/2006/relationships/image" Target="../media/image103.png"/><Relationship Id="rId10" Type="http://schemas.openxmlformats.org/officeDocument/2006/relationships/image" Target="../media/image106.svg"/><Relationship Id="rId4" Type="http://schemas.openxmlformats.org/officeDocument/2006/relationships/image" Target="../media/image102.png"/><Relationship Id="rId9" Type="http://schemas.openxmlformats.org/officeDocument/2006/relationships/image" Target="../media/image7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4.svg"/><Relationship Id="rId12" Type="http://schemas.openxmlformats.org/officeDocument/2006/relationships/image" Target="../media/image117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11" Type="http://schemas.openxmlformats.org/officeDocument/2006/relationships/image" Target="../media/image116.svg"/><Relationship Id="rId5" Type="http://schemas.openxmlformats.org/officeDocument/2006/relationships/image" Target="../media/image112.png"/><Relationship Id="rId10" Type="http://schemas.openxmlformats.org/officeDocument/2006/relationships/image" Target="../media/image115.svg"/><Relationship Id="rId4" Type="http://schemas.openxmlformats.org/officeDocument/2006/relationships/image" Target="../media/image109.png"/><Relationship Id="rId9" Type="http://schemas.openxmlformats.org/officeDocument/2006/relationships/image" Target="../media/image8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bann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192001" cy="1052622"/>
          </a:xfrm>
          <a:prstGeom prst="rect">
            <a:avLst/>
          </a:prstGeom>
        </p:spPr>
      </p:pic>
      <p:sp>
        <p:nvSpPr>
          <p:cNvPr id="11" name="Rettangolo 10"/>
          <p:cNvSpPr/>
          <p:nvPr/>
        </p:nvSpPr>
        <p:spPr>
          <a:xfrm>
            <a:off x="0" y="5325240"/>
            <a:ext cx="12192000" cy="1532759"/>
          </a:xfrm>
          <a:prstGeom prst="rect">
            <a:avLst/>
          </a:prstGeom>
          <a:solidFill>
            <a:srgbClr val="FFD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0" name="CasellaDiTesto 9">
            <a:extLst>
              <a:ext uri="{FF2B5EF4-FFF2-40B4-BE49-F238E27FC236}">
                <a16:creationId xmlns:a16="http://schemas.microsoft.com/office/drawing/2014/main" id="{25D6C0D8-3AB5-2879-A1AE-3041DE17451A}"/>
              </a:ext>
            </a:extLst>
          </p:cNvPr>
          <p:cNvSpPr txBox="1"/>
          <p:nvPr/>
        </p:nvSpPr>
        <p:spPr>
          <a:xfrm>
            <a:off x="217714" y="1147820"/>
            <a:ext cx="9110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971720"/>
                </a:solidFill>
                <a:latin typeface="Century Gothic"/>
                <a:cs typeface="Century Gothic"/>
              </a:rPr>
              <a:t>D</a:t>
            </a:r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IPARTIMENTO DI </a:t>
            </a:r>
            <a:r>
              <a:rPr lang="it-IT" sz="2800" dirty="0">
                <a:solidFill>
                  <a:srgbClr val="971720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NGEGNERIA</a:t>
            </a:r>
            <a:r>
              <a:rPr lang="it-IT" dirty="0">
                <a:latin typeface="Century Gothic"/>
                <a:cs typeface="Century Gothic"/>
              </a:rPr>
              <a:t> </a:t>
            </a:r>
            <a:r>
              <a:rPr lang="it-IT" sz="2800" dirty="0">
                <a:solidFill>
                  <a:srgbClr val="971720"/>
                </a:solidFill>
                <a:latin typeface="Century Gothic"/>
                <a:cs typeface="Century Gothic"/>
              </a:rPr>
              <a:t>E</a:t>
            </a:r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LETTRICA E </a:t>
            </a:r>
            <a:r>
              <a:rPr lang="it-IT" sz="2800" dirty="0">
                <a:solidFill>
                  <a:srgbClr val="971720"/>
                </a:solidFill>
                <a:latin typeface="Century Gothic"/>
                <a:cs typeface="Century Gothic"/>
              </a:rPr>
              <a:t>T</a:t>
            </a:r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ECNOLOGIE DEL</a:t>
            </a:r>
            <a:r>
              <a:rPr lang="it-IT" dirty="0">
                <a:latin typeface="Century Gothic"/>
                <a:cs typeface="Century Gothic"/>
              </a:rPr>
              <a:t>L’</a:t>
            </a:r>
            <a:r>
              <a:rPr lang="it-IT" sz="2800" dirty="0">
                <a:solidFill>
                  <a:srgbClr val="971720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NFORMAZIONE</a:t>
            </a:r>
          </a:p>
          <a:p>
            <a:endParaRPr lang="it-IT" sz="800" dirty="0">
              <a:solidFill>
                <a:srgbClr val="162230"/>
              </a:solidFill>
              <a:latin typeface="Century Gothic"/>
              <a:cs typeface="Century Gothic"/>
            </a:endParaRPr>
          </a:p>
          <a:p>
            <a:r>
              <a:rPr lang="it-IT" dirty="0">
                <a:solidFill>
                  <a:srgbClr val="162230"/>
                </a:solidFill>
                <a:latin typeface="Century Gothic"/>
                <a:cs typeface="Century Gothic"/>
              </a:rPr>
              <a:t>SCUOLA POLITECNICA E DELLE SCIENZE DI BASE</a:t>
            </a:r>
          </a:p>
        </p:txBody>
      </p:sp>
      <p:sp>
        <p:nvSpPr>
          <p:cNvPr id="32" name="CasellaDiTesto 12">
            <a:extLst>
              <a:ext uri="{FF2B5EF4-FFF2-40B4-BE49-F238E27FC236}">
                <a16:creationId xmlns:a16="http://schemas.microsoft.com/office/drawing/2014/main" id="{38EFD608-08ED-887B-303A-AEDE2A4AA94C}"/>
              </a:ext>
            </a:extLst>
          </p:cNvPr>
          <p:cNvSpPr txBox="1"/>
          <p:nvPr/>
        </p:nvSpPr>
        <p:spPr>
          <a:xfrm>
            <a:off x="235229" y="2645858"/>
            <a:ext cx="11689678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cs typeface="Century Gothic"/>
              </a:rPr>
              <a:t>Field &amp; Service Robotics – Final Technical Project </a:t>
            </a:r>
          </a:p>
          <a:p>
            <a:pPr algn="ctr"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dirty="0">
                <a:solidFill>
                  <a:srgbClr val="9717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cs typeface="Century Gothic"/>
              </a:rPr>
              <a:t>OpenAUV: Design and Robust Control </a:t>
            </a:r>
          </a:p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800" b="1" dirty="0">
                <a:latin typeface="Century Gothic"/>
                <a:cs typeface="Century Gothic"/>
              </a:rPr>
              <a:t>Studenti: Claudia Adamo, Mat. P38000357</a:t>
            </a:r>
          </a:p>
          <a:p>
            <a:pPr>
              <a:spcBef>
                <a:spcPts val="18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800" b="1" dirty="0">
                <a:latin typeface="Century Gothic"/>
                <a:cs typeface="Century Gothic"/>
              </a:rPr>
              <a:t>		      Emanuele Fusco, Mat. P38000338</a:t>
            </a:r>
          </a:p>
        </p:txBody>
      </p:sp>
      <p:sp>
        <p:nvSpPr>
          <p:cNvPr id="34" name="CasellaDiTesto 11">
            <a:extLst>
              <a:ext uri="{FF2B5EF4-FFF2-40B4-BE49-F238E27FC236}">
                <a16:creationId xmlns:a16="http://schemas.microsoft.com/office/drawing/2014/main" id="{544B29C9-AD94-C7B7-2FFE-708F9C0DC931}"/>
              </a:ext>
            </a:extLst>
          </p:cNvPr>
          <p:cNvSpPr txBox="1"/>
          <p:nvPr/>
        </p:nvSpPr>
        <p:spPr>
          <a:xfrm>
            <a:off x="235229" y="2243957"/>
            <a:ext cx="9075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162230"/>
                </a:solidFill>
                <a:latin typeface="Century Gothic"/>
                <a:cs typeface="Century Gothic"/>
              </a:rPr>
              <a:t>LAUREA MAGISTRALE IN INGEGNERIA DELL’AUTOMAZIONE E ROBOTICA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1ADB954-4E1E-4163-BF99-E34C15CC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23" y="5358944"/>
            <a:ext cx="1779774" cy="142694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402AC1F-2AF2-4601-B5FD-ADB60328A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524" y="5371472"/>
            <a:ext cx="1779774" cy="142694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B0302E2C-E4F6-4757-90E3-110D23D1C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70" y="5388318"/>
            <a:ext cx="1779774" cy="142026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A08C6B2-618B-4D1B-BC16-1A5823BC4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2254" y="5376086"/>
            <a:ext cx="1779774" cy="141771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EBBF223-CBEF-49DC-8A13-18F1193EC2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538" y="5388318"/>
            <a:ext cx="1784339" cy="141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68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Introduction	 			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14286" y="10871"/>
            <a:ext cx="99613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Introduction: Project Organization and Milestones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DD111BA-454A-4DD3-A1ED-D9F1E1053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143" y="632892"/>
            <a:ext cx="5890770" cy="303302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40562-81FF-4A51-8850-1CB9CFBA44AD}"/>
              </a:ext>
            </a:extLst>
          </p:cNvPr>
          <p:cNvSpPr txBox="1"/>
          <p:nvPr/>
        </p:nvSpPr>
        <p:spPr>
          <a:xfrm>
            <a:off x="5968845" y="3665915"/>
            <a:ext cx="6025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Century Gothic" panose="020B0502020202020204" pitchFamily="34" charset="0"/>
              </a:rPr>
              <a:t> </a:t>
            </a:r>
            <a:r>
              <a:rPr lang="en-US" sz="1200" dirty="0">
                <a:latin typeface="Century Gothic" panose="020B0502020202020204" pitchFamily="34" charset="0"/>
              </a:rPr>
              <a:t>Illustration of the OpenAUV prototype. </a:t>
            </a:r>
            <a:r>
              <a:rPr lang="fr-FR" sz="1200" b="1" dirty="0">
                <a:latin typeface="Century Gothic" panose="020B0502020202020204" pitchFamily="34" charset="0"/>
              </a:rPr>
              <a:t>Source</a:t>
            </a:r>
            <a:r>
              <a:rPr lang="fr-FR" sz="1200" dirty="0">
                <a:latin typeface="Century Gothic" panose="020B0502020202020204" pitchFamily="34" charset="0"/>
              </a:rPr>
              <a:t>: </a:t>
            </a:r>
            <a:r>
              <a:rPr lang="fr-FR" sz="1200" i="1" dirty="0" err="1">
                <a:latin typeface="Century Gothic" panose="020B0502020202020204" pitchFamily="34" charset="0"/>
              </a:rPr>
              <a:t>Sha</a:t>
            </a:r>
            <a:r>
              <a:rPr lang="fr-FR" sz="1200" i="1" dirty="0">
                <a:latin typeface="Century Gothic" panose="020B0502020202020204" pitchFamily="34" charset="0"/>
              </a:rPr>
              <a:t> et al., IEEE RA-L, 2025.</a:t>
            </a:r>
            <a:r>
              <a:rPr lang="en-US" sz="1200" i="1" dirty="0">
                <a:latin typeface="Century Gothic" panose="020B0502020202020204" pitchFamily="34" charset="0"/>
              </a:rPr>
              <a:t> </a:t>
            </a:r>
            <a:endParaRPr lang="it-IT" sz="1200" i="1" dirty="0">
              <a:latin typeface="Century Gothic" panose="020B0502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DDB60F-90DD-443F-BA71-A912F088EFA2}"/>
              </a:ext>
            </a:extLst>
          </p:cNvPr>
          <p:cNvSpPr txBox="1"/>
          <p:nvPr/>
        </p:nvSpPr>
        <p:spPr>
          <a:xfrm>
            <a:off x="410466" y="1299629"/>
            <a:ext cx="541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entury Gothic" panose="020B0502020202020204" pitchFamily="34" charset="0"/>
              </a:rPr>
              <a:t>The OpenAUV </a:t>
            </a:r>
            <a:r>
              <a:rPr lang="it-IT" dirty="0" err="1">
                <a:latin typeface="Century Gothic" panose="020B0502020202020204" pitchFamily="34" charset="0"/>
              </a:rPr>
              <a:t>is</a:t>
            </a:r>
            <a:r>
              <a:rPr lang="it-IT" dirty="0">
                <a:latin typeface="Century Gothic" panose="020B0502020202020204" pitchFamily="34" charset="0"/>
              </a:rPr>
              <a:t> a </a:t>
            </a:r>
            <a:r>
              <a:rPr lang="it-IT" b="1" dirty="0" err="1">
                <a:latin typeface="Century Gothic" panose="020B0502020202020204" pitchFamily="34" charset="0"/>
              </a:rPr>
              <a:t>fully-actuated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underwater</a:t>
            </a:r>
            <a:r>
              <a:rPr lang="it-IT" dirty="0">
                <a:latin typeface="Century Gothic" panose="020B0502020202020204" pitchFamily="34" charset="0"/>
              </a:rPr>
              <a:t> robot.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49E7A-9C48-4BBB-BE37-54376C154518}"/>
              </a:ext>
            </a:extLst>
          </p:cNvPr>
          <p:cNvSpPr txBox="1"/>
          <p:nvPr/>
        </p:nvSpPr>
        <p:spPr>
          <a:xfrm>
            <a:off x="405477" y="772479"/>
            <a:ext cx="5363727" cy="461665"/>
          </a:xfrm>
          <a:prstGeom prst="rect">
            <a:avLst/>
          </a:prstGeom>
          <a:noFill/>
          <a:ln w="19050">
            <a:solidFill>
              <a:srgbClr val="97172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Platform Selection for the Project</a:t>
            </a:r>
            <a:endParaRPr lang="it-IT" sz="2400" b="1" dirty="0">
              <a:latin typeface="Century Gothic" panose="020B0502020202020204" pitchFamily="34" charset="0"/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C8E8B858-DC50-499D-95C7-DB868D4736F3}"/>
              </a:ext>
            </a:extLst>
          </p:cNvPr>
          <p:cNvSpPr/>
          <p:nvPr/>
        </p:nvSpPr>
        <p:spPr>
          <a:xfrm>
            <a:off x="9572953" y="2018215"/>
            <a:ext cx="367624" cy="35776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8D40C1E1-22FC-4180-A665-8467C41B0390}"/>
              </a:ext>
            </a:extLst>
          </p:cNvPr>
          <p:cNvCxnSpPr>
            <a:cxnSpLocks/>
          </p:cNvCxnSpPr>
          <p:nvPr/>
        </p:nvCxnSpPr>
        <p:spPr>
          <a:xfrm>
            <a:off x="8981379" y="1385740"/>
            <a:ext cx="591574" cy="632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78EF034-AB2C-4343-89F7-7391ADD97AC5}"/>
                  </a:ext>
                </a:extLst>
              </p:cNvPr>
              <p:cNvSpPr txBox="1"/>
              <p:nvPr/>
            </p:nvSpPr>
            <p:spPr>
              <a:xfrm>
                <a:off x="8158952" y="1026066"/>
                <a:ext cx="1644853" cy="369332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it-IT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it-IT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it-IT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𝑪𝒐𝑴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78EF034-AB2C-4343-89F7-7391ADD97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952" y="1026066"/>
                <a:ext cx="16448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9BBC2825-4CF3-4B6E-B3AA-CB7A06402E09}"/>
                  </a:ext>
                </a:extLst>
              </p:cNvPr>
              <p:cNvSpPr txBox="1"/>
              <p:nvPr/>
            </p:nvSpPr>
            <p:spPr>
              <a:xfrm>
                <a:off x="6096000" y="3987794"/>
                <a:ext cx="5897913" cy="646331"/>
              </a:xfrm>
              <a:prstGeom prst="rect">
                <a:avLst/>
              </a:prstGeom>
              <a:noFill/>
              <a:ln w="19050">
                <a:solidFill>
                  <a:srgbClr val="97172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Note</a:t>
                </a:r>
                <a:r>
                  <a:rPr lang="en-US" dirty="0">
                    <a:latin typeface="Century Gothic" panose="020B0502020202020204" pitchFamily="34" charset="0"/>
                  </a:rPr>
                  <a:t>: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entury Gothic" panose="020B0502020202020204" pitchFamily="34" charset="0"/>
                  </a:rPr>
                  <a:t>axis orientation reflects a </a:t>
                </a:r>
                <a:r>
                  <a:rPr lang="en-US" b="1" dirty="0">
                    <a:latin typeface="Century Gothic" panose="020B0502020202020204" pitchFamily="34" charset="0"/>
                  </a:rPr>
                  <a:t>graphical error </a:t>
                </a:r>
                <a:r>
                  <a:rPr lang="en-US" dirty="0">
                    <a:latin typeface="Century Gothic" panose="020B0502020202020204" pitchFamily="34" charset="0"/>
                  </a:rPr>
                  <a:t>in the original paper.</a:t>
                </a:r>
                <a:endParaRPr lang="it-IT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9BBC2825-4CF3-4B6E-B3AA-CB7A06402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87794"/>
                <a:ext cx="5897913" cy="646331"/>
              </a:xfrm>
              <a:prstGeom prst="rect">
                <a:avLst/>
              </a:prstGeom>
              <a:blipFill>
                <a:blip r:embed="rId6"/>
                <a:stretch>
                  <a:fillRect t="-3670" b="-11927"/>
                </a:stretch>
              </a:blipFill>
              <a:ln w="19050">
                <a:solidFill>
                  <a:srgbClr val="97172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9D7E52A-DE50-449D-8FC6-7211C9AEEACF}"/>
              </a:ext>
            </a:extLst>
          </p:cNvPr>
          <p:cNvSpPr txBox="1"/>
          <p:nvPr/>
        </p:nvSpPr>
        <p:spPr>
          <a:xfrm>
            <a:off x="6170452" y="2962647"/>
            <a:ext cx="1416474" cy="46166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NED</a:t>
            </a:r>
            <a:r>
              <a:rPr lang="it-IT" sz="1200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it-IT" sz="1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convention</a:t>
            </a:r>
            <a:r>
              <a:rPr lang="it-IT" sz="1200" dirty="0">
                <a:solidFill>
                  <a:srgbClr val="FF0000"/>
                </a:solidFill>
                <a:latin typeface="Century Gothic" panose="020B0502020202020204" pitchFamily="34" charset="0"/>
              </a:rPr>
              <a:t> adopted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3962C4AF-23D8-4631-AEC9-ACD98E3D290E}"/>
              </a:ext>
            </a:extLst>
          </p:cNvPr>
          <p:cNvSpPr/>
          <p:nvPr/>
        </p:nvSpPr>
        <p:spPr>
          <a:xfrm>
            <a:off x="5931136" y="562088"/>
            <a:ext cx="1347246" cy="136501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8D87FCEC-52A0-4D4C-8FB3-F6BB9E8E96A6}"/>
              </a:ext>
            </a:extLst>
          </p:cNvPr>
          <p:cNvCxnSpPr>
            <a:cxnSpLocks/>
          </p:cNvCxnSpPr>
          <p:nvPr/>
        </p:nvCxnSpPr>
        <p:spPr>
          <a:xfrm flipH="1" flipV="1">
            <a:off x="6604759" y="1971985"/>
            <a:ext cx="273930" cy="9713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1016149-D77B-4EEE-B19D-18DFB1DE2502}"/>
              </a:ext>
            </a:extLst>
          </p:cNvPr>
          <p:cNvSpPr txBox="1"/>
          <p:nvPr/>
        </p:nvSpPr>
        <p:spPr>
          <a:xfrm>
            <a:off x="405476" y="2293864"/>
            <a:ext cx="5363727" cy="830997"/>
          </a:xfrm>
          <a:prstGeom prst="rect">
            <a:avLst/>
          </a:prstGeom>
          <a:noFill/>
          <a:ln w="19050">
            <a:solidFill>
              <a:srgbClr val="971720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latin typeface="Century Gothic" panose="020B0502020202020204" pitchFamily="34" charset="0"/>
              </a:rPr>
              <a:t>Proposed</a:t>
            </a:r>
            <a:r>
              <a:rPr lang="it-IT" sz="2400" b="1" dirty="0">
                <a:latin typeface="Century Gothic" panose="020B0502020202020204" pitchFamily="34" charset="0"/>
              </a:rPr>
              <a:t> Control Architecture Roadmap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F800B61B-A466-49AD-AC8A-8019B68943DE}"/>
                  </a:ext>
                </a:extLst>
              </p:cNvPr>
              <p:cNvSpPr txBox="1"/>
              <p:nvPr/>
            </p:nvSpPr>
            <p:spPr>
              <a:xfrm>
                <a:off x="278276" y="3405258"/>
                <a:ext cx="561812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it-IT" sz="2000" dirty="0">
                    <a:latin typeface="Century Gothic" panose="020B0502020202020204" pitchFamily="34" charset="0"/>
                  </a:rPr>
                  <a:t>Core Control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 </a:t>
                </a:r>
              </a:p>
              <a:p>
                <a:pPr algn="ctr"/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Feedback Linearization Strategy</a:t>
                </a: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it-IT" sz="2000" dirty="0">
                    <a:latin typeface="Century Gothic" panose="020B0502020202020204" pitchFamily="34" charset="0"/>
                  </a:rPr>
                  <a:t>Outer-Loop Tracking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endParaRPr lang="it-IT" sz="2000" b="1" dirty="0">
                  <a:latin typeface="Century Gothic" panose="020B0502020202020204" pitchFamily="34" charset="0"/>
                </a:endParaRPr>
              </a:p>
              <a:p>
                <a:pPr algn="ctr"/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PI &amp; PID Controllers</a:t>
                </a: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it-IT" sz="2000" dirty="0">
                    <a:latin typeface="Century Gothic" panose="020B0502020202020204" pitchFamily="34" charset="0"/>
                  </a:rPr>
                  <a:t>Robustness &amp; Disturbance Rejection </a:t>
                </a:r>
                <a14:m>
                  <m:oMath xmlns:m="http://schemas.openxmlformats.org/officeDocument/2006/math">
                    <m:r>
                      <a:rPr lang="it-IT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    </a:t>
                </a:r>
              </a:p>
              <a:p>
                <a:pPr algn="ctr"/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Momentum-based Estimator</a:t>
                </a:r>
              </a:p>
            </p:txBody>
          </p:sp>
        </mc:Choice>
        <mc:Fallback xmlns="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F800B61B-A466-49AD-AC8A-8019B6894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76" y="3405258"/>
                <a:ext cx="5618127" cy="2554545"/>
              </a:xfrm>
              <a:prstGeom prst="rect">
                <a:avLst/>
              </a:prstGeom>
              <a:blipFill>
                <a:blip r:embed="rId7"/>
                <a:stretch>
                  <a:fillRect t="-1432" b="-33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Parentesi graffa aperta 44">
            <a:extLst>
              <a:ext uri="{FF2B5EF4-FFF2-40B4-BE49-F238E27FC236}">
                <a16:creationId xmlns:a16="http://schemas.microsoft.com/office/drawing/2014/main" id="{6DA1C426-A829-47E8-AB20-51C35B5BD2A8}"/>
              </a:ext>
            </a:extLst>
          </p:cNvPr>
          <p:cNvSpPr/>
          <p:nvPr/>
        </p:nvSpPr>
        <p:spPr>
          <a:xfrm>
            <a:off x="509046" y="3344365"/>
            <a:ext cx="386499" cy="1742303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Parentesi graffa chiusa 45">
            <a:extLst>
              <a:ext uri="{FF2B5EF4-FFF2-40B4-BE49-F238E27FC236}">
                <a16:creationId xmlns:a16="http://schemas.microsoft.com/office/drawing/2014/main" id="{238A5393-979A-45EF-85FB-FB1629CB0DE4}"/>
              </a:ext>
            </a:extLst>
          </p:cNvPr>
          <p:cNvSpPr/>
          <p:nvPr/>
        </p:nvSpPr>
        <p:spPr>
          <a:xfrm>
            <a:off x="5461090" y="3371744"/>
            <a:ext cx="440606" cy="2786749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403B0D6-6DE8-4405-9981-907F1454292D}"/>
              </a:ext>
            </a:extLst>
          </p:cNvPr>
          <p:cNvSpPr txBox="1"/>
          <p:nvPr/>
        </p:nvSpPr>
        <p:spPr>
          <a:xfrm>
            <a:off x="7305649" y="5047861"/>
            <a:ext cx="4688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latin typeface="Century Gothic" panose="020B0502020202020204" pitchFamily="34" charset="0"/>
              </a:rPr>
              <a:t>Simulink Models</a:t>
            </a:r>
            <a:r>
              <a:rPr lang="it-IT" sz="2000" dirty="0">
                <a:latin typeface="Century Gothic" panose="020B0502020202020204" pitchFamily="34" charset="0"/>
              </a:rPr>
              <a:t>:</a:t>
            </a:r>
          </a:p>
          <a:p>
            <a:pPr algn="r"/>
            <a:r>
              <a:rPr lang="it-IT" sz="2000" dirty="0">
                <a:latin typeface="Century Gothic" panose="020B0502020202020204" pitchFamily="34" charset="0"/>
              </a:rPr>
              <a:t>(</a:t>
            </a:r>
            <a:r>
              <a:rPr lang="it-IT" sz="20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A</a:t>
            </a:r>
            <a:r>
              <a:rPr lang="it-IT" sz="2000" dirty="0">
                <a:latin typeface="Century Gothic" panose="020B0502020202020204" pitchFamily="34" charset="0"/>
              </a:rPr>
              <a:t>)   </a:t>
            </a:r>
            <a:r>
              <a:rPr lang="it-IT" sz="2000" dirty="0">
                <a:latin typeface="Consolas" panose="020B0609020204030204" pitchFamily="49" charset="0"/>
              </a:rPr>
              <a:t>OpenAUV_v1dist.slx </a:t>
            </a:r>
          </a:p>
          <a:p>
            <a:pPr algn="r"/>
            <a:r>
              <a:rPr lang="it-IT" sz="2000" dirty="0">
                <a:latin typeface="Century Gothic" panose="020B0502020202020204" pitchFamily="34" charset="0"/>
              </a:rPr>
              <a:t>(</a:t>
            </a:r>
            <a:r>
              <a:rPr lang="it-IT" sz="20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B</a:t>
            </a:r>
            <a:r>
              <a:rPr lang="it-IT" sz="2000" dirty="0">
                <a:latin typeface="Century Gothic" panose="020B0502020202020204" pitchFamily="34" charset="0"/>
              </a:rPr>
              <a:t>)     </a:t>
            </a:r>
            <a:r>
              <a:rPr lang="it-IT" sz="2000" dirty="0">
                <a:latin typeface="Consolas" panose="020B0609020204030204" pitchFamily="49" charset="0"/>
              </a:rPr>
              <a:t>OpenAUV_v2OBS.slx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1F9F22E-1F19-4161-99C5-643204FD0495}"/>
              </a:ext>
            </a:extLst>
          </p:cNvPr>
          <p:cNvSpPr txBox="1"/>
          <p:nvPr/>
        </p:nvSpPr>
        <p:spPr>
          <a:xfrm>
            <a:off x="41038" y="3954163"/>
            <a:ext cx="314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A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E4738C7-E6A4-40A7-8F26-1242A16EE8B0}"/>
              </a:ext>
            </a:extLst>
          </p:cNvPr>
          <p:cNvSpPr txBox="1"/>
          <p:nvPr/>
        </p:nvSpPr>
        <p:spPr>
          <a:xfrm>
            <a:off x="5830011" y="4503508"/>
            <a:ext cx="440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0863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Design of the </a:t>
            </a:r>
            <a:r>
              <a:rPr lang="en-US" sz="1400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	 		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ED3C68F-0B78-7AF7-2B49-FA18EA06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36" y="52170"/>
            <a:ext cx="10972800" cy="737733"/>
          </a:xfrm>
        </p:spPr>
        <p:txBody>
          <a:bodyPr>
            <a:normAutofit/>
          </a:bodyPr>
          <a:lstStyle/>
          <a:p>
            <a:pPr algn="l"/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Design of the </a:t>
            </a:r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OpenAUV</a:t>
            </a:r>
            <a:endParaRPr lang="it-IT" sz="3600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36D657B-4374-FD7E-A07B-AA5AE033A5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82" t="5781" r="10304"/>
          <a:stretch>
            <a:fillRect/>
          </a:stretch>
        </p:blipFill>
        <p:spPr>
          <a:xfrm>
            <a:off x="10884" y="957943"/>
            <a:ext cx="6433459" cy="536781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B4AEDFC-FE39-6C88-5C59-F8182C58A9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88" r="3257" b="6411"/>
          <a:stretch>
            <a:fillRect/>
          </a:stretch>
        </p:blipFill>
        <p:spPr>
          <a:xfrm>
            <a:off x="6596652" y="1293743"/>
            <a:ext cx="5595348" cy="399671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E4CBA-3280-DAAF-19EC-C0A759ACDA06}"/>
              </a:ext>
            </a:extLst>
          </p:cNvPr>
          <p:cNvSpPr txBox="1"/>
          <p:nvPr/>
        </p:nvSpPr>
        <p:spPr>
          <a:xfrm>
            <a:off x="7015843" y="5703099"/>
            <a:ext cx="4109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/>
              </a:rPr>
              <a:t>https://github.com/schahzy/OpenAUV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221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–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Dynamics in the Body Frame			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14286" y="0"/>
            <a:ext cx="9157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Dynamics of the OpenAUV in the Body Frame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2E8A62-BE75-4121-97FB-37E0A2C02DD7}"/>
              </a:ext>
            </a:extLst>
          </p:cNvPr>
          <p:cNvCxnSpPr>
            <a:cxnSpLocks/>
          </p:cNvCxnSpPr>
          <p:nvPr/>
        </p:nvCxnSpPr>
        <p:spPr>
          <a:xfrm flipH="1">
            <a:off x="925409" y="1858118"/>
            <a:ext cx="1692113" cy="549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85BE155-46BF-4C1E-92AE-BA801493CBAF}"/>
              </a:ext>
            </a:extLst>
          </p:cNvPr>
          <p:cNvCxnSpPr>
            <a:cxnSpLocks/>
          </p:cNvCxnSpPr>
          <p:nvPr/>
        </p:nvCxnSpPr>
        <p:spPr>
          <a:xfrm flipH="1">
            <a:off x="2608551" y="1858118"/>
            <a:ext cx="8970" cy="116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594B1FA-738A-406B-A223-01555F0B3F60}"/>
              </a:ext>
            </a:extLst>
          </p:cNvPr>
          <p:cNvCxnSpPr>
            <a:cxnSpLocks/>
          </p:cNvCxnSpPr>
          <p:nvPr/>
        </p:nvCxnSpPr>
        <p:spPr>
          <a:xfrm flipH="1" flipV="1">
            <a:off x="1777950" y="1213148"/>
            <a:ext cx="839572" cy="644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B5A3036-5B20-4177-AD61-9B63ED90ECF6}"/>
                  </a:ext>
                </a:extLst>
              </p:cNvPr>
              <p:cNvSpPr txBox="1"/>
              <p:nvPr/>
            </p:nvSpPr>
            <p:spPr>
              <a:xfrm>
                <a:off x="521824" y="2257467"/>
                <a:ext cx="405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B5A3036-5B20-4177-AD61-9B63ED90E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24" y="2257467"/>
                <a:ext cx="4053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EAA68BC-4C1F-433F-96A8-5E8CEC681C55}"/>
                  </a:ext>
                </a:extLst>
              </p:cNvPr>
              <p:cNvSpPr txBox="1"/>
              <p:nvPr/>
            </p:nvSpPr>
            <p:spPr>
              <a:xfrm>
                <a:off x="2032715" y="2978375"/>
                <a:ext cx="344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EAA68BC-4C1F-433F-96A8-5E8CEC681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15" y="2978375"/>
                <a:ext cx="344078" cy="369332"/>
              </a:xfrm>
              <a:prstGeom prst="rect">
                <a:avLst/>
              </a:prstGeom>
              <a:blipFill>
                <a:blip r:embed="rId5"/>
                <a:stretch>
                  <a:fillRect r="-35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C7B458A5-0554-4649-99A7-7D2623233B0F}"/>
                  </a:ext>
                </a:extLst>
              </p:cNvPr>
              <p:cNvSpPr txBox="1"/>
              <p:nvPr/>
            </p:nvSpPr>
            <p:spPr>
              <a:xfrm>
                <a:off x="1427387" y="976978"/>
                <a:ext cx="344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C7B458A5-0554-4649-99A7-7D2623233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387" y="976978"/>
                <a:ext cx="344078" cy="369332"/>
              </a:xfrm>
              <a:prstGeom prst="rect">
                <a:avLst/>
              </a:prstGeom>
              <a:blipFill>
                <a:blip r:embed="rId6"/>
                <a:stretch>
                  <a:fillRect r="-8772" b="-65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7DB0CC76-4165-4344-84AF-C120DA6D54E8}"/>
                  </a:ext>
                </a:extLst>
              </p:cNvPr>
              <p:cNvSpPr txBox="1"/>
              <p:nvPr/>
            </p:nvSpPr>
            <p:spPr>
              <a:xfrm>
                <a:off x="2615168" y="1838872"/>
                <a:ext cx="344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7DB0CC76-4165-4344-84AF-C120DA6D5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168" y="1838872"/>
                <a:ext cx="344078" cy="369332"/>
              </a:xfrm>
              <a:prstGeom prst="rect">
                <a:avLst/>
              </a:prstGeom>
              <a:blipFill>
                <a:blip r:embed="rId7"/>
                <a:stretch>
                  <a:fillRect r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C1776904-5CCE-470A-9AE0-4A8AED7B1E1A}"/>
              </a:ext>
            </a:extLst>
          </p:cNvPr>
          <p:cNvCxnSpPr>
            <a:cxnSpLocks/>
          </p:cNvCxnSpPr>
          <p:nvPr/>
        </p:nvCxnSpPr>
        <p:spPr>
          <a:xfrm flipV="1">
            <a:off x="2615168" y="1606518"/>
            <a:ext cx="854895" cy="251601"/>
          </a:xfrm>
          <a:prstGeom prst="line">
            <a:avLst/>
          </a:prstGeom>
          <a:ln>
            <a:solidFill>
              <a:srgbClr val="1622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e 43">
            <a:extLst>
              <a:ext uri="{FF2B5EF4-FFF2-40B4-BE49-F238E27FC236}">
                <a16:creationId xmlns:a16="http://schemas.microsoft.com/office/drawing/2014/main" id="{8B65BF00-60AA-46D8-ACB7-A9A89A7EA17B}"/>
              </a:ext>
            </a:extLst>
          </p:cNvPr>
          <p:cNvSpPr/>
          <p:nvPr/>
        </p:nvSpPr>
        <p:spPr>
          <a:xfrm>
            <a:off x="2537395" y="2128678"/>
            <a:ext cx="155539" cy="12878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4495CD65-5B29-41BE-BA3E-FEDD39FC028B}"/>
              </a:ext>
            </a:extLst>
          </p:cNvPr>
          <p:cNvSpPr/>
          <p:nvPr/>
        </p:nvSpPr>
        <p:spPr>
          <a:xfrm>
            <a:off x="2945108" y="2661600"/>
            <a:ext cx="155534" cy="1753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B55CCEFF-5192-46D6-9066-316C1FEC1E2E}"/>
                  </a:ext>
                </a:extLst>
              </p:cNvPr>
              <p:cNvSpPr txBox="1"/>
              <p:nvPr/>
            </p:nvSpPr>
            <p:spPr>
              <a:xfrm>
                <a:off x="2625770" y="2101069"/>
                <a:ext cx="400641" cy="4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B55CCEFF-5192-46D6-9066-316C1FEC1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0" y="2101069"/>
                <a:ext cx="400641" cy="412421"/>
              </a:xfrm>
              <a:prstGeom prst="rect">
                <a:avLst/>
              </a:prstGeom>
              <a:blipFill>
                <a:blip r:embed="rId8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8783BC47-E89D-4D8C-86B0-4DDD46D60B4D}"/>
                  </a:ext>
                </a:extLst>
              </p:cNvPr>
              <p:cNvSpPr txBox="1"/>
              <p:nvPr/>
            </p:nvSpPr>
            <p:spPr>
              <a:xfrm>
                <a:off x="3027587" y="2705374"/>
                <a:ext cx="400641" cy="4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  <m:sup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8783BC47-E89D-4D8C-86B0-4DDD46D6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587" y="2705374"/>
                <a:ext cx="400641" cy="412421"/>
              </a:xfrm>
              <a:prstGeom prst="rect">
                <a:avLst/>
              </a:prstGeom>
              <a:blipFill>
                <a:blip r:embed="rId9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CC540C33-D80D-4C29-9F32-7B2F5A5072E9}"/>
              </a:ext>
            </a:extLst>
          </p:cNvPr>
          <p:cNvCxnSpPr>
            <a:cxnSpLocks/>
          </p:cNvCxnSpPr>
          <p:nvPr/>
        </p:nvCxnSpPr>
        <p:spPr>
          <a:xfrm flipV="1">
            <a:off x="3019338" y="1751520"/>
            <a:ext cx="22387" cy="9924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32714B79-C4DC-48A6-BB1E-F36E3EE5A2D6}"/>
              </a:ext>
            </a:extLst>
          </p:cNvPr>
          <p:cNvCxnSpPr>
            <a:cxnSpLocks/>
          </p:cNvCxnSpPr>
          <p:nvPr/>
        </p:nvCxnSpPr>
        <p:spPr>
          <a:xfrm flipH="1">
            <a:off x="2623865" y="2743920"/>
            <a:ext cx="401817" cy="10246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CC7F769D-64A6-4BB9-95AA-31B902651F4F}"/>
              </a:ext>
            </a:extLst>
          </p:cNvPr>
          <p:cNvSpPr txBox="1"/>
          <p:nvPr/>
        </p:nvSpPr>
        <p:spPr>
          <a:xfrm>
            <a:off x="-46844" y="818076"/>
            <a:ext cx="3242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>
                <a:latin typeface="Century Gothic" panose="020B0502020202020204" pitchFamily="34" charset="0"/>
              </a:rPr>
              <a:t>OpenAUV </a:t>
            </a:r>
            <a:r>
              <a:rPr lang="it-IT" sz="1200" b="1" i="1" dirty="0">
                <a:latin typeface="Century Gothic" panose="020B0502020202020204" pitchFamily="34" charset="0"/>
              </a:rPr>
              <a:t>Body Frame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sellaDiTesto 67">
                <a:extLst>
                  <a:ext uri="{FF2B5EF4-FFF2-40B4-BE49-F238E27FC236}">
                    <a16:creationId xmlns:a16="http://schemas.microsoft.com/office/drawing/2014/main" id="{B195016E-AE1C-4608-AF57-5180B102AB9E}"/>
                  </a:ext>
                </a:extLst>
              </p:cNvPr>
              <p:cNvSpPr txBox="1"/>
              <p:nvPr/>
            </p:nvSpPr>
            <p:spPr>
              <a:xfrm>
                <a:off x="526856" y="3905904"/>
                <a:ext cx="3240469" cy="570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  <m:sup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  <m:r>
                        <a:rPr lang="it-IT" sz="2600" b="1" i="1" smtClean="0">
                          <a:solidFill>
                            <a:srgbClr val="97172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  <m:sup>
                          <m:r>
                            <a:rPr lang="it-IT" sz="2600" b="1" i="1" smtClean="0">
                              <a:solidFill>
                                <a:srgbClr val="97172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it-IT" sz="2600" b="1" dirty="0">
                  <a:solidFill>
                    <a:srgbClr val="971720"/>
                  </a:solidFill>
                </a:endParaRPr>
              </a:p>
            </p:txBody>
          </p:sp>
        </mc:Choice>
        <mc:Fallback xmlns="">
          <p:sp>
            <p:nvSpPr>
              <p:cNvPr id="68" name="CasellaDiTesto 67">
                <a:extLst>
                  <a:ext uri="{FF2B5EF4-FFF2-40B4-BE49-F238E27FC236}">
                    <a16:creationId xmlns:a16="http://schemas.microsoft.com/office/drawing/2014/main" id="{B195016E-AE1C-4608-AF57-5180B102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56" y="3905904"/>
                <a:ext cx="3240469" cy="5700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BB118AB9-DBE5-47F2-9A18-9A236544CE51}"/>
              </a:ext>
            </a:extLst>
          </p:cNvPr>
          <p:cNvSpPr txBox="1"/>
          <p:nvPr/>
        </p:nvSpPr>
        <p:spPr>
          <a:xfrm>
            <a:off x="150951" y="4896455"/>
            <a:ext cx="4026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entury Gothic" panose="020B0502020202020204" pitchFamily="34" charset="0"/>
              </a:rPr>
              <a:t>The AUV features a </a:t>
            </a:r>
            <a:r>
              <a:rPr lang="en-US" sz="2000" b="1" dirty="0">
                <a:latin typeface="Century Gothic" panose="020B0502020202020204" pitchFamily="34" charset="0"/>
              </a:rPr>
              <a:t>top-heavy</a:t>
            </a:r>
            <a:r>
              <a:rPr lang="en-US" sz="2000" dirty="0">
                <a:latin typeface="Century Gothic" panose="020B0502020202020204" pitchFamily="34" charset="0"/>
              </a:rPr>
              <a:t> and </a:t>
            </a:r>
            <a:r>
              <a:rPr lang="en-US" sz="2000" b="1" dirty="0">
                <a:latin typeface="Century Gothic" panose="020B0502020202020204" pitchFamily="34" charset="0"/>
              </a:rPr>
              <a:t>unstable</a:t>
            </a:r>
            <a:r>
              <a:rPr lang="en-US" sz="2000" dirty="0">
                <a:latin typeface="Century Gothic" panose="020B0502020202020204" pitchFamily="34" charset="0"/>
              </a:rPr>
              <a:t> configuration.</a:t>
            </a:r>
            <a:endParaRPr lang="it-IT" sz="2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B28B8FA8-39BE-4D8D-8F68-741BDE62A80C}"/>
                  </a:ext>
                </a:extLst>
              </p:cNvPr>
              <p:cNvSpPr txBox="1"/>
              <p:nvPr/>
            </p:nvSpPr>
            <p:spPr>
              <a:xfrm>
                <a:off x="4279894" y="1070375"/>
                <a:ext cx="7759696" cy="1098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b="1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</m:eqAr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𝑅𝐵</m:t>
                              </m:r>
                            </m:sub>
                          </m:sSub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𝑟𝑏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B28B8FA8-39BE-4D8D-8F68-741BDE62A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94" y="1070375"/>
                <a:ext cx="7759696" cy="1098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A7B04AB8-9BB4-4AFF-A690-3387484151B9}"/>
                  </a:ext>
                </a:extLst>
              </p:cNvPr>
              <p:cNvSpPr txBox="1"/>
              <p:nvPr/>
            </p:nvSpPr>
            <p:spPr>
              <a:xfrm>
                <a:off x="4385734" y="2204608"/>
                <a:ext cx="8058144" cy="360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Mass &amp; Added Mass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𝑎𝑠𝑠</m:t>
                                  </m:r>
                                </m:sub>
                              </m:sSub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Coriolis &amp; Centripetal Matrix</a:t>
                </a:r>
                <a14:m>
                  <m:oMath xmlns:m="http://schemas.openxmlformats.org/officeDocument/2006/math">
                    <m:r>
                      <a:rPr lang="it-IT" b="1" i="0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𝑚𝑎𝑠𝑠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𝑚𝑎𝑠𝑠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t-IT" dirty="0"/>
              </a:p>
              <a:p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Hydrodynamic Damping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it-IT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t-IT" dirty="0"/>
              </a:p>
              <a:p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Restoring Forces</a:t>
                </a:r>
                <a14:m>
                  <m:oMath xmlns:m="http://schemas.openxmlformats.org/officeDocument/2006/math">
                    <m:r>
                      <a:rPr lang="it-IT" b="1" i="0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𝑟𝑏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</m:e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d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d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A7B04AB8-9BB4-4AFF-A690-338748415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734" y="2204608"/>
                <a:ext cx="8058144" cy="3604898"/>
              </a:xfrm>
              <a:prstGeom prst="rect">
                <a:avLst/>
              </a:prstGeom>
              <a:blipFill>
                <a:blip r:embed="rId12"/>
                <a:stretch>
                  <a:fillRect l="-4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53445697-119E-4EDF-8ED1-30898ACCE11F}"/>
              </a:ext>
            </a:extLst>
          </p:cNvPr>
          <p:cNvCxnSpPr>
            <a:cxnSpLocks/>
          </p:cNvCxnSpPr>
          <p:nvPr/>
        </p:nvCxnSpPr>
        <p:spPr>
          <a:xfrm flipH="1">
            <a:off x="4218363" y="1253659"/>
            <a:ext cx="6101" cy="4251029"/>
          </a:xfrm>
          <a:prstGeom prst="line">
            <a:avLst/>
          </a:prstGeom>
          <a:ln w="19050">
            <a:solidFill>
              <a:srgbClr val="97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370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38CA-13DB-D218-BA7A-2AFC6A7A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233BC224-92AD-6119-E732-139046E30ED8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742B8183-2C0C-138A-8B36-33DE484B8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C0E55DEC-26C3-82C2-0E30-B14F1362771F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–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Thruster Configuration Matrix			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5705465-3D40-86F9-4D97-A72FA1B1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36" y="52170"/>
            <a:ext cx="10972800" cy="737733"/>
          </a:xfrm>
        </p:spPr>
        <p:txBody>
          <a:bodyPr>
            <a:normAutofit/>
          </a:bodyPr>
          <a:lstStyle/>
          <a:p>
            <a:pPr algn="l"/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Thruster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</a:t>
            </a:r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Configuration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Matrix</a:t>
            </a:r>
            <a:endParaRPr lang="it-IT" sz="3600" b="1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C275866-36F2-8BB9-6FC8-144C838047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8" t="1016" r="3257" b="6411"/>
          <a:stretch>
            <a:fillRect/>
          </a:stretch>
        </p:blipFill>
        <p:spPr>
          <a:xfrm>
            <a:off x="6598352" y="662253"/>
            <a:ext cx="5595348" cy="395331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EC63612-3E32-6CD5-528E-B4DDCF5C918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rcRect l="7582" t="5781" r="10304" b="44158"/>
          <a:stretch>
            <a:fillRect/>
          </a:stretch>
        </p:blipFill>
        <p:spPr>
          <a:xfrm>
            <a:off x="14286" y="888615"/>
            <a:ext cx="6433459" cy="2852057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E0635813-93AD-6DA9-8F91-76059B4A0DF9}"/>
              </a:ext>
            </a:extLst>
          </p:cNvPr>
          <p:cNvCxnSpPr/>
          <p:nvPr/>
        </p:nvCxnSpPr>
        <p:spPr>
          <a:xfrm flipH="1">
            <a:off x="3145971" y="2467043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DE30C83-FC97-FECF-1616-AAB510F5FA90}"/>
              </a:ext>
            </a:extLst>
          </p:cNvPr>
          <p:cNvCxnSpPr>
            <a:cxnSpLocks/>
          </p:cNvCxnSpPr>
          <p:nvPr/>
        </p:nvCxnSpPr>
        <p:spPr>
          <a:xfrm>
            <a:off x="3918857" y="2467043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328C727-F0C4-3135-3258-1AD5C1F6B910}"/>
              </a:ext>
            </a:extLst>
          </p:cNvPr>
          <p:cNvCxnSpPr>
            <a:cxnSpLocks/>
          </p:cNvCxnSpPr>
          <p:nvPr/>
        </p:nvCxnSpPr>
        <p:spPr>
          <a:xfrm flipH="1" flipV="1">
            <a:off x="3385458" y="1977186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27FE08DF-9C1D-7BDA-0234-E004E6CFC6D1}"/>
                  </a:ext>
                </a:extLst>
              </p:cNvPr>
              <p:cNvSpPr txBox="1"/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27FE08DF-9C1D-7BDA-0234-E004E6CFC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90E0852-6166-7CB8-89B8-019F7D0AAA73}"/>
                  </a:ext>
                </a:extLst>
              </p:cNvPr>
              <p:cNvSpPr txBox="1"/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y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90E0852-6166-7CB8-89B8-019F7D0AA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32D418D-8699-D4C4-16D6-E97FD6B9A946}"/>
                  </a:ext>
                </a:extLst>
              </p:cNvPr>
              <p:cNvSpPr txBox="1"/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z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32D418D-8699-D4C4-16D6-E97FD6B9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BDF5A6B6-D4AD-7CF5-255C-04EC1C21BAD3}"/>
                  </a:ext>
                </a:extLst>
              </p:cNvPr>
              <p:cNvSpPr txBox="1"/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BDF5A6B6-D4AD-7CF5-255C-04EC1C21B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BFD605F-72AE-C96D-E770-619D8DD13785}"/>
              </a:ext>
            </a:extLst>
          </p:cNvPr>
          <p:cNvCxnSpPr/>
          <p:nvPr/>
        </p:nvCxnSpPr>
        <p:spPr>
          <a:xfrm flipH="1">
            <a:off x="336904" y="4606827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22AC057-2581-14BA-DB80-AF418E82BB40}"/>
              </a:ext>
            </a:extLst>
          </p:cNvPr>
          <p:cNvCxnSpPr>
            <a:cxnSpLocks/>
          </p:cNvCxnSpPr>
          <p:nvPr/>
        </p:nvCxnSpPr>
        <p:spPr>
          <a:xfrm>
            <a:off x="1109790" y="4606827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47B7BE8-B918-28F5-FC3B-A706F878D663}"/>
              </a:ext>
            </a:extLst>
          </p:cNvPr>
          <p:cNvCxnSpPr>
            <a:cxnSpLocks/>
          </p:cNvCxnSpPr>
          <p:nvPr/>
        </p:nvCxnSpPr>
        <p:spPr>
          <a:xfrm flipH="1" flipV="1">
            <a:off x="576391" y="4116970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FD35207-26B4-D83A-707D-A99E4E3746D3}"/>
                  </a:ext>
                </a:extLst>
              </p:cNvPr>
              <p:cNvSpPr txBox="1"/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x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FD35207-26B4-D83A-707D-A99E4E374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47810B1-7048-8381-81D2-CC21072EFA1C}"/>
                  </a:ext>
                </a:extLst>
              </p:cNvPr>
              <p:cNvSpPr txBox="1"/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y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47810B1-7048-8381-81D2-CC21072EF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0000ACE-AC9B-C221-1E4C-76E6D4BFDC4A}"/>
                  </a:ext>
                </a:extLst>
              </p:cNvPr>
              <p:cNvSpPr txBox="1"/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z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0000ACE-AC9B-C221-1E4C-76E6D4BF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C7B14A17-FFC6-6AD6-B5CD-7FC971AB411D}"/>
                  </a:ext>
                </a:extLst>
              </p:cNvPr>
              <p:cNvSpPr txBox="1"/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C7B14A17-FFC6-6AD6-B5CD-7FC971AB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Immagine 29">
            <a:extLst>
              <a:ext uri="{FF2B5EF4-FFF2-40B4-BE49-F238E27FC236}">
                <a16:creationId xmlns:a16="http://schemas.microsoft.com/office/drawing/2014/main" id="{D8189F58-6813-3010-2466-96156C4C028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83466" y="4675819"/>
            <a:ext cx="4468436" cy="467209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8392E18A-9C7C-FA90-64C6-D812EF25A28D}"/>
              </a:ext>
            </a:extLst>
          </p:cNvPr>
          <p:cNvCxnSpPr>
            <a:cxnSpLocks/>
          </p:cNvCxnSpPr>
          <p:nvPr/>
        </p:nvCxnSpPr>
        <p:spPr>
          <a:xfrm flipH="1" flipV="1">
            <a:off x="7739743" y="2939143"/>
            <a:ext cx="849086" cy="41365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7825DEA3-826F-7718-9090-3D95DDDEAE3F}"/>
              </a:ext>
            </a:extLst>
          </p:cNvPr>
          <p:cNvCxnSpPr>
            <a:cxnSpLocks/>
          </p:cNvCxnSpPr>
          <p:nvPr/>
        </p:nvCxnSpPr>
        <p:spPr>
          <a:xfrm flipH="1" flipV="1">
            <a:off x="2774950" y="2273974"/>
            <a:ext cx="1143908" cy="1890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6C4051F0-36E8-74B7-1F6D-76E4745CA8D5}"/>
                  </a:ext>
                </a:extLst>
              </p:cNvPr>
              <p:cNvSpPr txBox="1"/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6C4051F0-36E8-74B7-1F6D-76E4745CA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DAEC5617-6135-9F66-64C6-3E75AA35889E}"/>
                  </a:ext>
                </a:extLst>
              </p:cNvPr>
              <p:cNvSpPr txBox="1"/>
              <p:nvPr/>
            </p:nvSpPr>
            <p:spPr>
              <a:xfrm>
                <a:off x="8066314" y="2805226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DAEC5617-6135-9F66-64C6-3E75AA358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314" y="2805226"/>
                <a:ext cx="52251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Immagine 100">
            <a:extLst>
              <a:ext uri="{FF2B5EF4-FFF2-40B4-BE49-F238E27FC236}">
                <a16:creationId xmlns:a16="http://schemas.microsoft.com/office/drawing/2014/main" id="{12546DD3-761E-877B-0CEA-6B7A40DFF80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952851" y="5594197"/>
            <a:ext cx="5305833" cy="49504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cxnSp>
        <p:nvCxnSpPr>
          <p:cNvPr id="108" name="Connettore 2 107">
            <a:extLst>
              <a:ext uri="{FF2B5EF4-FFF2-40B4-BE49-F238E27FC236}">
                <a16:creationId xmlns:a16="http://schemas.microsoft.com/office/drawing/2014/main" id="{96080F39-4545-077A-71A1-0642B0E86811}"/>
              </a:ext>
            </a:extLst>
          </p:cNvPr>
          <p:cNvCxnSpPr>
            <a:cxnSpLocks/>
          </p:cNvCxnSpPr>
          <p:nvPr/>
        </p:nvCxnSpPr>
        <p:spPr>
          <a:xfrm>
            <a:off x="2769083" y="194360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01B16070-D2F2-1CCE-2093-33464FBF330D}"/>
              </a:ext>
            </a:extLst>
          </p:cNvPr>
          <p:cNvCxnSpPr>
            <a:cxnSpLocks/>
          </p:cNvCxnSpPr>
          <p:nvPr/>
        </p:nvCxnSpPr>
        <p:spPr>
          <a:xfrm>
            <a:off x="3065179" y="26848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D038D47D-9C8C-92C3-502F-6842C4865388}"/>
              </a:ext>
            </a:extLst>
          </p:cNvPr>
          <p:cNvCxnSpPr>
            <a:cxnSpLocks/>
          </p:cNvCxnSpPr>
          <p:nvPr/>
        </p:nvCxnSpPr>
        <p:spPr>
          <a:xfrm>
            <a:off x="4753064" y="239712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D53DDC3A-0290-8C43-8BF3-A14F040722B3}"/>
              </a:ext>
            </a:extLst>
          </p:cNvPr>
          <p:cNvCxnSpPr>
            <a:cxnSpLocks/>
          </p:cNvCxnSpPr>
          <p:nvPr/>
        </p:nvCxnSpPr>
        <p:spPr>
          <a:xfrm>
            <a:off x="4436995" y="16591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275290A5-0B44-B4EF-659E-82AFF49CDEB3}"/>
              </a:ext>
            </a:extLst>
          </p:cNvPr>
          <p:cNvCxnSpPr>
            <a:cxnSpLocks/>
          </p:cNvCxnSpPr>
          <p:nvPr/>
        </p:nvCxnSpPr>
        <p:spPr>
          <a:xfrm flipH="1">
            <a:off x="5083618" y="2397126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446711BA-DCD9-5A8D-8419-4BC2FAD90E20}"/>
              </a:ext>
            </a:extLst>
          </p:cNvPr>
          <p:cNvCxnSpPr>
            <a:cxnSpLocks/>
          </p:cNvCxnSpPr>
          <p:nvPr/>
        </p:nvCxnSpPr>
        <p:spPr>
          <a:xfrm flipH="1">
            <a:off x="1883801" y="2090263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500AE6ED-4142-7C11-2793-56A7B5478660}"/>
              </a:ext>
            </a:extLst>
          </p:cNvPr>
          <p:cNvCxnSpPr>
            <a:cxnSpLocks/>
          </p:cNvCxnSpPr>
          <p:nvPr/>
        </p:nvCxnSpPr>
        <p:spPr>
          <a:xfrm flipH="1" flipV="1">
            <a:off x="2119146" y="2989662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FFE375C6-3A9A-6C46-3A26-97F17306B0C6}"/>
              </a:ext>
            </a:extLst>
          </p:cNvPr>
          <p:cNvCxnSpPr>
            <a:cxnSpLocks/>
          </p:cNvCxnSpPr>
          <p:nvPr/>
        </p:nvCxnSpPr>
        <p:spPr>
          <a:xfrm flipH="1" flipV="1">
            <a:off x="4753064" y="1764291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Immagine 116">
            <a:extLst>
              <a:ext uri="{FF2B5EF4-FFF2-40B4-BE49-F238E27FC236}">
                <a16:creationId xmlns:a16="http://schemas.microsoft.com/office/drawing/2014/main" id="{DB249346-B38E-82E2-07C0-056D5B23051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164286" y="4664377"/>
            <a:ext cx="3548343" cy="1099855"/>
          </a:xfrm>
          <a:prstGeom prst="rect">
            <a:avLst/>
          </a:prstGeom>
          <a:ln w="28575">
            <a:solidFill>
              <a:srgbClr val="92D050"/>
            </a:solidFill>
          </a:ln>
        </p:spPr>
      </p:pic>
      <p:cxnSp>
        <p:nvCxnSpPr>
          <p:cNvPr id="119" name="Connettore 2 118">
            <a:extLst>
              <a:ext uri="{FF2B5EF4-FFF2-40B4-BE49-F238E27FC236}">
                <a16:creationId xmlns:a16="http://schemas.microsoft.com/office/drawing/2014/main" id="{D127D1DD-163F-55E4-F590-9B67A003DC78}"/>
              </a:ext>
            </a:extLst>
          </p:cNvPr>
          <p:cNvCxnSpPr>
            <a:cxnSpLocks/>
            <a:stCxn id="30" idx="3"/>
            <a:endCxn id="117" idx="1"/>
          </p:cNvCxnSpPr>
          <p:nvPr/>
        </p:nvCxnSpPr>
        <p:spPr>
          <a:xfrm>
            <a:off x="6451902" y="4909424"/>
            <a:ext cx="1712384" cy="30488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A58A3CAE-D85D-AE4E-4DB9-211E76D42D82}"/>
              </a:ext>
            </a:extLst>
          </p:cNvPr>
          <p:cNvCxnSpPr>
            <a:cxnSpLocks/>
            <a:stCxn id="101" idx="3"/>
            <a:endCxn id="117" idx="1"/>
          </p:cNvCxnSpPr>
          <p:nvPr/>
        </p:nvCxnSpPr>
        <p:spPr>
          <a:xfrm flipV="1">
            <a:off x="7258684" y="5214305"/>
            <a:ext cx="905602" cy="62741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" name="Immagine 126">
            <a:extLst>
              <a:ext uri="{FF2B5EF4-FFF2-40B4-BE49-F238E27FC236}">
                <a16:creationId xmlns:a16="http://schemas.microsoft.com/office/drawing/2014/main" id="{38EEDB36-3622-6F50-AF16-BEBAAB4B842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265711" y="5891426"/>
            <a:ext cx="3374791" cy="448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CasellaDiTesto 127">
                <a:extLst>
                  <a:ext uri="{FF2B5EF4-FFF2-40B4-BE49-F238E27FC236}">
                    <a16:creationId xmlns:a16="http://schemas.microsoft.com/office/drawing/2014/main" id="{8D94316A-AE2A-A6C2-0C6E-0F0A7C965B28}"/>
                  </a:ext>
                </a:extLst>
              </p:cNvPr>
              <p:cNvSpPr txBox="1"/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</m:t>
                          </m:r>
                        </m:e>
                        <m:sub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8" name="CasellaDiTesto 127">
                <a:extLst>
                  <a:ext uri="{FF2B5EF4-FFF2-40B4-BE49-F238E27FC236}">
                    <a16:creationId xmlns:a16="http://schemas.microsoft.com/office/drawing/2014/main" id="{8D94316A-AE2A-A6C2-0C6E-0F0A7C965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Ovale 132">
            <a:extLst>
              <a:ext uri="{FF2B5EF4-FFF2-40B4-BE49-F238E27FC236}">
                <a16:creationId xmlns:a16="http://schemas.microsoft.com/office/drawing/2014/main" id="{E796BD0C-F4A8-3C6F-3C22-52AB88279880}"/>
              </a:ext>
            </a:extLst>
          </p:cNvPr>
          <p:cNvSpPr/>
          <p:nvPr/>
        </p:nvSpPr>
        <p:spPr>
          <a:xfrm>
            <a:off x="3873593" y="2423891"/>
            <a:ext cx="69690" cy="763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847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4" grpId="0"/>
      <p:bldP spid="22" grpId="0"/>
      <p:bldP spid="24" grpId="0"/>
      <p:bldP spid="25" grpId="0"/>
      <p:bldP spid="48" grpId="0"/>
      <p:bldP spid="49" grpId="0"/>
      <p:bldP spid="128" grpId="0"/>
      <p:bldP spid="1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FC0E-9624-B96F-616D-4C99519B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FAC32F94-214D-2142-928D-0361F2900C8F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EE869BF4-7FD4-8A51-9215-11D3D3CB3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1078287-8D5C-E663-4B38-76F40A36BDFB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–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Thruster Configuration Matrix			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CD286D7-EBE8-DB6B-8B33-05C7A589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36" y="52170"/>
            <a:ext cx="10972800" cy="737733"/>
          </a:xfrm>
        </p:spPr>
        <p:txBody>
          <a:bodyPr>
            <a:normAutofit/>
          </a:bodyPr>
          <a:lstStyle/>
          <a:p>
            <a:pPr algn="l"/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Thruster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</a:t>
            </a:r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Configuration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Matrix</a:t>
            </a:r>
            <a:endParaRPr lang="it-IT" sz="3600" b="1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BB5CDF1-E774-A094-54CC-04163CCBCF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7582" t="5781" r="10304" b="44158"/>
          <a:stretch>
            <a:fillRect/>
          </a:stretch>
        </p:blipFill>
        <p:spPr>
          <a:xfrm>
            <a:off x="14286" y="888615"/>
            <a:ext cx="6433459" cy="2852057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30E33B8-24B8-356C-36B9-A24FC04B61DA}"/>
              </a:ext>
            </a:extLst>
          </p:cNvPr>
          <p:cNvCxnSpPr/>
          <p:nvPr/>
        </p:nvCxnSpPr>
        <p:spPr>
          <a:xfrm flipH="1">
            <a:off x="3145971" y="2467043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4A066F9B-2D19-4135-0F9E-19C77B99A693}"/>
              </a:ext>
            </a:extLst>
          </p:cNvPr>
          <p:cNvCxnSpPr>
            <a:cxnSpLocks/>
          </p:cNvCxnSpPr>
          <p:nvPr/>
        </p:nvCxnSpPr>
        <p:spPr>
          <a:xfrm>
            <a:off x="3918857" y="2467043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A64EB1DD-DA61-6833-EC6A-F72FF16E8DE4}"/>
              </a:ext>
            </a:extLst>
          </p:cNvPr>
          <p:cNvCxnSpPr>
            <a:cxnSpLocks/>
          </p:cNvCxnSpPr>
          <p:nvPr/>
        </p:nvCxnSpPr>
        <p:spPr>
          <a:xfrm flipH="1" flipV="1">
            <a:off x="3385458" y="1977186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12D630A-C8CF-D071-5792-486BD1EE6EE3}"/>
                  </a:ext>
                </a:extLst>
              </p:cNvPr>
              <p:cNvSpPr txBox="1"/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y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12D630A-C8CF-D071-5792-486BD1EE6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4ED15C7-A7DA-2E4F-9844-DD59EA1DBDDA}"/>
                  </a:ext>
                </a:extLst>
              </p:cNvPr>
              <p:cNvSpPr txBox="1"/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z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4ED15C7-A7DA-2E4F-9844-DD59EA1DB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0944094-613F-01BC-F47B-2494BC3E565C}"/>
                  </a:ext>
                </a:extLst>
              </p:cNvPr>
              <p:cNvSpPr txBox="1"/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0944094-613F-01BC-F47B-2494BC3E5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C5D5E7B-94B6-24E5-691D-A90AFFDE6421}"/>
              </a:ext>
            </a:extLst>
          </p:cNvPr>
          <p:cNvCxnSpPr/>
          <p:nvPr/>
        </p:nvCxnSpPr>
        <p:spPr>
          <a:xfrm flipH="1">
            <a:off x="336904" y="4606827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7A52D2E-263B-1139-1B2A-9B17F43A0B7E}"/>
              </a:ext>
            </a:extLst>
          </p:cNvPr>
          <p:cNvCxnSpPr>
            <a:cxnSpLocks/>
          </p:cNvCxnSpPr>
          <p:nvPr/>
        </p:nvCxnSpPr>
        <p:spPr>
          <a:xfrm>
            <a:off x="1109790" y="4606827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84BD4F5-328E-2A33-B34B-DCB6833FBA87}"/>
              </a:ext>
            </a:extLst>
          </p:cNvPr>
          <p:cNvCxnSpPr>
            <a:cxnSpLocks/>
          </p:cNvCxnSpPr>
          <p:nvPr/>
        </p:nvCxnSpPr>
        <p:spPr>
          <a:xfrm flipH="1" flipV="1">
            <a:off x="576391" y="4116970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8072572-0D5D-93AC-07E7-EA6AE34CCCD5}"/>
                  </a:ext>
                </a:extLst>
              </p:cNvPr>
              <p:cNvSpPr txBox="1"/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x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8072572-0D5D-93AC-07E7-EA6AE34C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D0A48E7-633C-6C79-6F64-5E16567620FE}"/>
                  </a:ext>
                </a:extLst>
              </p:cNvPr>
              <p:cNvSpPr txBox="1"/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y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D0A48E7-633C-6C79-6F64-5E1656762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DC347ED0-C9D8-667D-5765-CDE04E119421}"/>
                  </a:ext>
                </a:extLst>
              </p:cNvPr>
              <p:cNvSpPr txBox="1"/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z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DC347ED0-C9D8-667D-5765-CDE04E119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631A30D1-57F3-E803-039B-9CA466203C6F}"/>
                  </a:ext>
                </a:extLst>
              </p:cNvPr>
              <p:cNvSpPr txBox="1"/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631A30D1-57F3-E803-039B-9CA466203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2D11F01-AEB0-91E8-5734-50C64813E95E}"/>
              </a:ext>
            </a:extLst>
          </p:cNvPr>
          <p:cNvCxnSpPr>
            <a:cxnSpLocks/>
          </p:cNvCxnSpPr>
          <p:nvPr/>
        </p:nvCxnSpPr>
        <p:spPr>
          <a:xfrm flipH="1" flipV="1">
            <a:off x="2774950" y="2273974"/>
            <a:ext cx="1143908" cy="1890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E2015674-91B9-7322-9815-F191CC5A7CE8}"/>
                  </a:ext>
                </a:extLst>
              </p:cNvPr>
              <p:cNvSpPr txBox="1"/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E2015674-91B9-7322-9815-F191CC5A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nettore 2 107">
            <a:extLst>
              <a:ext uri="{FF2B5EF4-FFF2-40B4-BE49-F238E27FC236}">
                <a16:creationId xmlns:a16="http://schemas.microsoft.com/office/drawing/2014/main" id="{4A1C161F-41AE-A76C-D9B8-C0619F7A65DC}"/>
              </a:ext>
            </a:extLst>
          </p:cNvPr>
          <p:cNvCxnSpPr>
            <a:cxnSpLocks/>
          </p:cNvCxnSpPr>
          <p:nvPr/>
        </p:nvCxnSpPr>
        <p:spPr>
          <a:xfrm>
            <a:off x="2769083" y="194360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2D9EFA1B-35A4-CEF6-3E37-42F9E6700221}"/>
              </a:ext>
            </a:extLst>
          </p:cNvPr>
          <p:cNvCxnSpPr>
            <a:cxnSpLocks/>
          </p:cNvCxnSpPr>
          <p:nvPr/>
        </p:nvCxnSpPr>
        <p:spPr>
          <a:xfrm>
            <a:off x="3065179" y="26848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F62E3B74-99EA-5CB9-9C1E-A05A62AAE447}"/>
              </a:ext>
            </a:extLst>
          </p:cNvPr>
          <p:cNvCxnSpPr>
            <a:cxnSpLocks/>
          </p:cNvCxnSpPr>
          <p:nvPr/>
        </p:nvCxnSpPr>
        <p:spPr>
          <a:xfrm>
            <a:off x="4753064" y="239712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2CE9FAAD-C65A-E65F-6094-CF4B11DDEAF8}"/>
              </a:ext>
            </a:extLst>
          </p:cNvPr>
          <p:cNvCxnSpPr>
            <a:cxnSpLocks/>
          </p:cNvCxnSpPr>
          <p:nvPr/>
        </p:nvCxnSpPr>
        <p:spPr>
          <a:xfrm>
            <a:off x="4436995" y="16591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6BE4B2F3-0CE5-97F5-6FB4-1F5F9FEDF473}"/>
              </a:ext>
            </a:extLst>
          </p:cNvPr>
          <p:cNvCxnSpPr>
            <a:cxnSpLocks/>
          </p:cNvCxnSpPr>
          <p:nvPr/>
        </p:nvCxnSpPr>
        <p:spPr>
          <a:xfrm flipH="1">
            <a:off x="5083618" y="2397126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29154CCE-1AC7-D117-833E-29E73DFA0CDF}"/>
              </a:ext>
            </a:extLst>
          </p:cNvPr>
          <p:cNvCxnSpPr>
            <a:cxnSpLocks/>
          </p:cNvCxnSpPr>
          <p:nvPr/>
        </p:nvCxnSpPr>
        <p:spPr>
          <a:xfrm flipH="1">
            <a:off x="1883801" y="2090263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E3BB283A-E820-5AFF-1CEC-A780322E3827}"/>
              </a:ext>
            </a:extLst>
          </p:cNvPr>
          <p:cNvCxnSpPr>
            <a:cxnSpLocks/>
          </p:cNvCxnSpPr>
          <p:nvPr/>
        </p:nvCxnSpPr>
        <p:spPr>
          <a:xfrm flipH="1" flipV="1">
            <a:off x="2119146" y="2989662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11471B00-D460-635F-1E1F-5838CDF8AFC1}"/>
              </a:ext>
            </a:extLst>
          </p:cNvPr>
          <p:cNvCxnSpPr>
            <a:cxnSpLocks/>
          </p:cNvCxnSpPr>
          <p:nvPr/>
        </p:nvCxnSpPr>
        <p:spPr>
          <a:xfrm flipH="1" flipV="1">
            <a:off x="4753064" y="1764291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Immagine 116">
            <a:extLst>
              <a:ext uri="{FF2B5EF4-FFF2-40B4-BE49-F238E27FC236}">
                <a16:creationId xmlns:a16="http://schemas.microsoft.com/office/drawing/2014/main" id="{81B455F4-82AE-7DB5-700C-9432FC9663A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864720" y="2042744"/>
            <a:ext cx="3548343" cy="1099854"/>
          </a:xfrm>
          <a:prstGeom prst="rect">
            <a:avLst/>
          </a:prstGeom>
          <a:ln w="28575">
            <a:solidFill>
              <a:srgbClr val="92D050"/>
            </a:solidFill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4D613C56-8C67-B156-0563-F7E67D6077A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66" r="-1243"/>
          <a:stretch>
            <a:fillRect/>
          </a:stretch>
        </p:blipFill>
        <p:spPr>
          <a:xfrm>
            <a:off x="1651871" y="3851010"/>
            <a:ext cx="9363842" cy="2355559"/>
          </a:xfrm>
          <a:prstGeom prst="rect">
            <a:avLst/>
          </a:prstGeom>
        </p:spPr>
      </p:pic>
      <p:sp>
        <p:nvSpPr>
          <p:cNvPr id="28" name="Ovale 27">
            <a:extLst>
              <a:ext uri="{FF2B5EF4-FFF2-40B4-BE49-F238E27FC236}">
                <a16:creationId xmlns:a16="http://schemas.microsoft.com/office/drawing/2014/main" id="{163F13E1-AFFC-ECCD-A388-CC504611F975}"/>
              </a:ext>
            </a:extLst>
          </p:cNvPr>
          <p:cNvSpPr/>
          <p:nvPr/>
        </p:nvSpPr>
        <p:spPr>
          <a:xfrm>
            <a:off x="10082241" y="2431127"/>
            <a:ext cx="380073" cy="3767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5037E23E-969A-AA07-F5E5-5C0420DB632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455858" y="1192907"/>
            <a:ext cx="3195885" cy="55150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30C1ED2D-C9A3-94A2-9A01-E561A9185924}"/>
              </a:ext>
            </a:extLst>
          </p:cNvPr>
          <p:cNvCxnSpPr>
            <a:cxnSpLocks/>
            <a:stCxn id="28" idx="0"/>
            <a:endCxn id="32" idx="2"/>
          </p:cNvCxnSpPr>
          <p:nvPr/>
        </p:nvCxnSpPr>
        <p:spPr>
          <a:xfrm flipH="1" flipV="1">
            <a:off x="10053801" y="1744410"/>
            <a:ext cx="218477" cy="6867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magine 43">
            <a:extLst>
              <a:ext uri="{FF2B5EF4-FFF2-40B4-BE49-F238E27FC236}">
                <a16:creationId xmlns:a16="http://schemas.microsoft.com/office/drawing/2014/main" id="{0605AFAE-5919-45A6-C2AB-6464EF40C92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4542" b="64277"/>
          <a:stretch>
            <a:fillRect/>
          </a:stretch>
        </p:blipFill>
        <p:spPr>
          <a:xfrm>
            <a:off x="8514464" y="383938"/>
            <a:ext cx="3105343" cy="414026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D63884AF-5CEE-C992-9B54-EE948782227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4780" b="-1314"/>
          <a:stretch>
            <a:fillRect/>
          </a:stretch>
        </p:blipFill>
        <p:spPr>
          <a:xfrm>
            <a:off x="8414932" y="793997"/>
            <a:ext cx="3304409" cy="312379"/>
          </a:xfrm>
          <a:prstGeom prst="rect">
            <a:avLst/>
          </a:prstGeom>
        </p:spPr>
      </p:pic>
      <p:sp>
        <p:nvSpPr>
          <p:cNvPr id="46" name="Ovale 45">
            <a:extLst>
              <a:ext uri="{FF2B5EF4-FFF2-40B4-BE49-F238E27FC236}">
                <a16:creationId xmlns:a16="http://schemas.microsoft.com/office/drawing/2014/main" id="{C1F9959D-6487-5E6A-B9FA-42EB909A4BA1}"/>
              </a:ext>
            </a:extLst>
          </p:cNvPr>
          <p:cNvSpPr/>
          <p:nvPr/>
        </p:nvSpPr>
        <p:spPr>
          <a:xfrm>
            <a:off x="3873593" y="2423891"/>
            <a:ext cx="69690" cy="763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BD60192-0789-DEB5-E322-BE2144A7E1B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951495" y="3204684"/>
            <a:ext cx="3374791" cy="448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C942B0AD-3E40-4AD0-16EC-8CD1C0DDCA15}"/>
                  </a:ext>
                </a:extLst>
              </p:cNvPr>
              <p:cNvSpPr txBox="1"/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C942B0AD-3E40-4AD0-16EC-8CD1C0DDC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94F161C8-F291-59EA-6870-8E394BCD5164}"/>
                  </a:ext>
                </a:extLst>
              </p:cNvPr>
              <p:cNvSpPr txBox="1"/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</m:t>
                          </m:r>
                        </m:e>
                        <m:sub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94F161C8-F291-59EA-6870-8E394BCD5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ccia circolare in su 10">
            <a:extLst>
              <a:ext uri="{FF2B5EF4-FFF2-40B4-BE49-F238E27FC236}">
                <a16:creationId xmlns:a16="http://schemas.microsoft.com/office/drawing/2014/main" id="{1737A150-8D3C-D160-0B96-F823F11334B3}"/>
              </a:ext>
            </a:extLst>
          </p:cNvPr>
          <p:cNvSpPr/>
          <p:nvPr/>
        </p:nvSpPr>
        <p:spPr>
          <a:xfrm rot="16200000">
            <a:off x="8174609" y="518759"/>
            <a:ext cx="209421" cy="26325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5" name="Freccia circolare a sinistra 14">
            <a:extLst>
              <a:ext uri="{FF2B5EF4-FFF2-40B4-BE49-F238E27FC236}">
                <a16:creationId xmlns:a16="http://schemas.microsoft.com/office/drawing/2014/main" id="{7DCE3929-9EE4-EE6F-EA83-3BEC306FF502}"/>
              </a:ext>
            </a:extLst>
          </p:cNvPr>
          <p:cNvSpPr/>
          <p:nvPr/>
        </p:nvSpPr>
        <p:spPr>
          <a:xfrm>
            <a:off x="8152987" y="853946"/>
            <a:ext cx="263259" cy="192479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268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1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570C-08FA-7308-076F-21EAB28F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E5FC2F44-B684-5331-2C8C-24CD6F1636FE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3EE9EDA4-889A-2D5F-B1E2-4BF70455A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619675B2-0B8A-9B2C-D6AD-E9A1441093BC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–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Thruster Configuration Matrix			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7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679C13B-7C4E-A273-E08E-8F8B2EF7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36" y="52170"/>
            <a:ext cx="10972800" cy="737733"/>
          </a:xfrm>
        </p:spPr>
        <p:txBody>
          <a:bodyPr>
            <a:normAutofit/>
          </a:bodyPr>
          <a:lstStyle/>
          <a:p>
            <a:pPr algn="l"/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Thruster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</a:t>
            </a:r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Configuration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Matrix</a:t>
            </a:r>
            <a:endParaRPr lang="it-IT" sz="3600" b="1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C96A27A-F0DD-748E-7CD8-53E307C171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7582" t="5781" r="10304" b="44158"/>
          <a:stretch>
            <a:fillRect/>
          </a:stretch>
        </p:blipFill>
        <p:spPr>
          <a:xfrm>
            <a:off x="14286" y="888615"/>
            <a:ext cx="6433459" cy="2852057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3E2DCD52-BECA-EFB8-9794-C354F7480ED4}"/>
              </a:ext>
            </a:extLst>
          </p:cNvPr>
          <p:cNvCxnSpPr/>
          <p:nvPr/>
        </p:nvCxnSpPr>
        <p:spPr>
          <a:xfrm flipH="1">
            <a:off x="3145971" y="2467043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625DE9C-8185-F06B-6D53-A9F06D91D2FE}"/>
              </a:ext>
            </a:extLst>
          </p:cNvPr>
          <p:cNvCxnSpPr>
            <a:cxnSpLocks/>
          </p:cNvCxnSpPr>
          <p:nvPr/>
        </p:nvCxnSpPr>
        <p:spPr>
          <a:xfrm>
            <a:off x="3918857" y="2467043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C0B99F2-181E-0788-ADCA-D4703AA856AB}"/>
              </a:ext>
            </a:extLst>
          </p:cNvPr>
          <p:cNvCxnSpPr>
            <a:cxnSpLocks/>
          </p:cNvCxnSpPr>
          <p:nvPr/>
        </p:nvCxnSpPr>
        <p:spPr>
          <a:xfrm flipH="1" flipV="1">
            <a:off x="3385458" y="1977186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F49041AC-8E83-5689-5AEA-F729DD8E8C7D}"/>
                  </a:ext>
                </a:extLst>
              </p:cNvPr>
              <p:cNvSpPr txBox="1"/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y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F49041AC-8E83-5689-5AEA-F729DD8E8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15" y="1638134"/>
                <a:ext cx="52251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2E32D945-B09B-57E9-247D-EC29E456FE13}"/>
                  </a:ext>
                </a:extLst>
              </p:cNvPr>
              <p:cNvSpPr txBox="1"/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z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2E32D945-B09B-57E9-247D-EC29E456F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960" y="3074521"/>
                <a:ext cx="52251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A9AEA37-3BB2-D131-4653-2399F4E91883}"/>
                  </a:ext>
                </a:extLst>
              </p:cNvPr>
              <p:cNvSpPr txBox="1"/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A9AEA37-3BB2-D131-4653-2399F4E9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218" y="2269578"/>
                <a:ext cx="5225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D1B80E2-7ECA-34B0-3CB8-01885E93BA1F}"/>
              </a:ext>
            </a:extLst>
          </p:cNvPr>
          <p:cNvCxnSpPr/>
          <p:nvPr/>
        </p:nvCxnSpPr>
        <p:spPr>
          <a:xfrm flipH="1">
            <a:off x="336904" y="4606827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59A0696-2C96-EFA0-D062-86E485B2C55F}"/>
              </a:ext>
            </a:extLst>
          </p:cNvPr>
          <p:cNvCxnSpPr>
            <a:cxnSpLocks/>
          </p:cNvCxnSpPr>
          <p:nvPr/>
        </p:nvCxnSpPr>
        <p:spPr>
          <a:xfrm>
            <a:off x="1109790" y="4606827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5812CCB-F109-CA2A-06CC-38D0A0F1BA00}"/>
              </a:ext>
            </a:extLst>
          </p:cNvPr>
          <p:cNvCxnSpPr>
            <a:cxnSpLocks/>
          </p:cNvCxnSpPr>
          <p:nvPr/>
        </p:nvCxnSpPr>
        <p:spPr>
          <a:xfrm flipH="1" flipV="1">
            <a:off x="576391" y="4116970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68B151-38C7-6E51-43A5-D78CE0FA3AE7}"/>
                  </a:ext>
                </a:extLst>
              </p:cNvPr>
              <p:cNvSpPr txBox="1"/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x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68B151-38C7-6E51-43A5-D78CE0FA3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" y="4563675"/>
                <a:ext cx="5225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E1788A08-1D00-DF2D-532F-8A2A45E367B0}"/>
                  </a:ext>
                </a:extLst>
              </p:cNvPr>
              <p:cNvSpPr txBox="1"/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y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E1788A08-1D00-DF2D-532F-8A2A45E36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8" y="3777918"/>
                <a:ext cx="522515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E053492-5282-7C88-AC2F-4A2951F5A22F}"/>
                  </a:ext>
                </a:extLst>
              </p:cNvPr>
              <p:cNvSpPr txBox="1"/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z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E053492-5282-7C88-AC2F-4A2951F5A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3" y="5214305"/>
                <a:ext cx="52251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2B916F54-DFFF-66F8-8D59-907E03AD669E}"/>
                  </a:ext>
                </a:extLst>
              </p:cNvPr>
              <p:cNvSpPr txBox="1"/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2B916F54-DFFF-66F8-8D59-907E03AD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27" y="4379009"/>
                <a:ext cx="63103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46F7B97A-C29F-59B8-C65E-79DDA6C96359}"/>
              </a:ext>
            </a:extLst>
          </p:cNvPr>
          <p:cNvCxnSpPr>
            <a:cxnSpLocks/>
          </p:cNvCxnSpPr>
          <p:nvPr/>
        </p:nvCxnSpPr>
        <p:spPr>
          <a:xfrm flipH="1" flipV="1">
            <a:off x="2774950" y="2273974"/>
            <a:ext cx="1143908" cy="1890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C5097BD4-2E71-6B9D-0446-96AAAF3206B0}"/>
                  </a:ext>
                </a:extLst>
              </p:cNvPr>
              <p:cNvSpPr txBox="1"/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C5097BD4-2E71-6B9D-0446-96AAAF320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828" y="1977186"/>
                <a:ext cx="52251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nettore 2 107">
            <a:extLst>
              <a:ext uri="{FF2B5EF4-FFF2-40B4-BE49-F238E27FC236}">
                <a16:creationId xmlns:a16="http://schemas.microsoft.com/office/drawing/2014/main" id="{8C3BD84A-0A63-7F10-70D3-82806D30FF21}"/>
              </a:ext>
            </a:extLst>
          </p:cNvPr>
          <p:cNvCxnSpPr>
            <a:cxnSpLocks/>
          </p:cNvCxnSpPr>
          <p:nvPr/>
        </p:nvCxnSpPr>
        <p:spPr>
          <a:xfrm>
            <a:off x="2769083" y="194360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82D4537C-BB62-EC1C-3724-A8BFD69269F1}"/>
              </a:ext>
            </a:extLst>
          </p:cNvPr>
          <p:cNvCxnSpPr>
            <a:cxnSpLocks/>
          </p:cNvCxnSpPr>
          <p:nvPr/>
        </p:nvCxnSpPr>
        <p:spPr>
          <a:xfrm>
            <a:off x="3065179" y="26848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AEBBE7CE-86A6-5B1F-1E7D-21DD889FBC9A}"/>
              </a:ext>
            </a:extLst>
          </p:cNvPr>
          <p:cNvCxnSpPr>
            <a:cxnSpLocks/>
          </p:cNvCxnSpPr>
          <p:nvPr/>
        </p:nvCxnSpPr>
        <p:spPr>
          <a:xfrm>
            <a:off x="4753064" y="2397126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C6B213C6-8D35-C8FD-05A1-967CAC9C6A4D}"/>
              </a:ext>
            </a:extLst>
          </p:cNvPr>
          <p:cNvCxnSpPr>
            <a:cxnSpLocks/>
          </p:cNvCxnSpPr>
          <p:nvPr/>
        </p:nvCxnSpPr>
        <p:spPr>
          <a:xfrm>
            <a:off x="4436995" y="1659179"/>
            <a:ext cx="5867" cy="651944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D05F8BE8-F78E-B0EA-A46D-36C53DE71622}"/>
              </a:ext>
            </a:extLst>
          </p:cNvPr>
          <p:cNvCxnSpPr>
            <a:cxnSpLocks/>
          </p:cNvCxnSpPr>
          <p:nvPr/>
        </p:nvCxnSpPr>
        <p:spPr>
          <a:xfrm flipH="1">
            <a:off x="5083618" y="2397126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472C6211-A09B-C7D5-37A5-B3777EEF4FA7}"/>
              </a:ext>
            </a:extLst>
          </p:cNvPr>
          <p:cNvCxnSpPr>
            <a:cxnSpLocks/>
          </p:cNvCxnSpPr>
          <p:nvPr/>
        </p:nvCxnSpPr>
        <p:spPr>
          <a:xfrm flipH="1">
            <a:off x="1883801" y="2090263"/>
            <a:ext cx="487306" cy="613725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70A1CED4-8356-8DA7-F664-6E1EC4EA2AAA}"/>
              </a:ext>
            </a:extLst>
          </p:cNvPr>
          <p:cNvCxnSpPr>
            <a:cxnSpLocks/>
          </p:cNvCxnSpPr>
          <p:nvPr/>
        </p:nvCxnSpPr>
        <p:spPr>
          <a:xfrm flipH="1" flipV="1">
            <a:off x="2119146" y="2989662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74A981A5-391E-D6B1-B536-0B78A5C89D90}"/>
              </a:ext>
            </a:extLst>
          </p:cNvPr>
          <p:cNvCxnSpPr>
            <a:cxnSpLocks/>
          </p:cNvCxnSpPr>
          <p:nvPr/>
        </p:nvCxnSpPr>
        <p:spPr>
          <a:xfrm flipH="1" flipV="1">
            <a:off x="4753064" y="1764291"/>
            <a:ext cx="626294" cy="325972"/>
          </a:xfrm>
          <a:prstGeom prst="straightConnector1">
            <a:avLst/>
          </a:prstGeom>
          <a:ln w="5715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" name="Immagine 126">
            <a:extLst>
              <a:ext uri="{FF2B5EF4-FFF2-40B4-BE49-F238E27FC236}">
                <a16:creationId xmlns:a16="http://schemas.microsoft.com/office/drawing/2014/main" id="{2DB6B500-BFF6-C25F-BEF4-69DBA4D6DCB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18770" y="679772"/>
            <a:ext cx="3374791" cy="4486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6" name="Ovale 45">
            <a:extLst>
              <a:ext uri="{FF2B5EF4-FFF2-40B4-BE49-F238E27FC236}">
                <a16:creationId xmlns:a16="http://schemas.microsoft.com/office/drawing/2014/main" id="{04521B80-F25B-5B75-4811-69592D5B4156}"/>
              </a:ext>
            </a:extLst>
          </p:cNvPr>
          <p:cNvSpPr/>
          <p:nvPr/>
        </p:nvSpPr>
        <p:spPr>
          <a:xfrm>
            <a:off x="3873593" y="2423891"/>
            <a:ext cx="69690" cy="763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EB83D854-F028-B9E3-732F-8747474279F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715" r="-179"/>
          <a:stretch>
            <a:fillRect/>
          </a:stretch>
        </p:blipFill>
        <p:spPr>
          <a:xfrm>
            <a:off x="6897505" y="2567939"/>
            <a:ext cx="4195037" cy="1055794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A5979809-FE09-33BC-4E29-0EAE12959C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4786" y="1637274"/>
            <a:ext cx="1362760" cy="42060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A92316A3-E350-3F0E-B13B-6F5861016B38}"/>
              </a:ext>
            </a:extLst>
          </p:cNvPr>
          <p:cNvCxnSpPr>
            <a:stCxn id="127" idx="2"/>
            <a:endCxn id="29" idx="0"/>
          </p:cNvCxnSpPr>
          <p:nvPr/>
        </p:nvCxnSpPr>
        <p:spPr>
          <a:xfrm>
            <a:off x="9006166" y="1156747"/>
            <a:ext cx="0" cy="48052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F7207DBB-5ED3-D9C9-89F0-14198AFAC0DB}"/>
              </a:ext>
            </a:extLst>
          </p:cNvPr>
          <p:cNvCxnSpPr>
            <a:cxnSpLocks/>
            <a:stCxn id="29" idx="2"/>
            <a:endCxn id="20" idx="0"/>
          </p:cNvCxnSpPr>
          <p:nvPr/>
        </p:nvCxnSpPr>
        <p:spPr>
          <a:xfrm flipH="1">
            <a:off x="8995024" y="2057879"/>
            <a:ext cx="11142" cy="51006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442D9982-8CE5-7DEE-BD83-1457FAE310E5}"/>
                  </a:ext>
                </a:extLst>
              </p:cNvPr>
              <p:cNvSpPr txBox="1"/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442D9982-8CE5-7DEE-BD83-1457FAE31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81" y="2522132"/>
                <a:ext cx="5225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1471A09-9553-BB26-CCFA-51113722AD42}"/>
                  </a:ext>
                </a:extLst>
              </p:cNvPr>
              <p:cNvSpPr txBox="1"/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</m:t>
                          </m:r>
                        </m:e>
                        <m:sub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1471A09-9553-BB26-CCFA-51113722A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15" y="1461714"/>
                <a:ext cx="52251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>
            <a:extLst>
              <a:ext uri="{FF2B5EF4-FFF2-40B4-BE49-F238E27FC236}">
                <a16:creationId xmlns:a16="http://schemas.microsoft.com/office/drawing/2014/main" id="{16EDA93E-180B-6C2A-39AA-1ADB84134CF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466" r="-1243"/>
          <a:stretch>
            <a:fillRect/>
          </a:stretch>
        </p:blipFill>
        <p:spPr>
          <a:xfrm>
            <a:off x="1651871" y="3851010"/>
            <a:ext cx="9363842" cy="235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3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C4B2-9C46-D417-39FD-2BCCEEC8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2164E53E-AB65-9972-F1EF-32AAED5C453F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1CAD2819-E478-BBD5-A189-B4105CD14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2DC7968-3C84-98B0-C98A-81C25AA6A0ED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– Feedback Linearization + PID			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491C75B-BC23-A044-B016-F092B345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36" y="52170"/>
            <a:ext cx="10972800" cy="737733"/>
          </a:xfrm>
        </p:spPr>
        <p:txBody>
          <a:bodyPr>
            <a:normAutofit/>
          </a:bodyPr>
          <a:lstStyle/>
          <a:p>
            <a:pPr algn="l"/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Feedback </a:t>
            </a:r>
            <a:r>
              <a:rPr lang="it-IT" sz="3600" b="1" dirty="0" err="1">
                <a:solidFill>
                  <a:srgbClr val="971720"/>
                </a:solidFill>
                <a:latin typeface="Century Gothic"/>
                <a:cs typeface="Century Gothic"/>
              </a:rPr>
              <a:t>Linearization</a:t>
            </a:r>
            <a:r>
              <a:rPr lang="it-IT" sz="3600" b="1" dirty="0">
                <a:solidFill>
                  <a:srgbClr val="971720"/>
                </a:solidFill>
                <a:latin typeface="Century Gothic"/>
                <a:cs typeface="Century Gothic"/>
              </a:rPr>
              <a:t> + PID</a:t>
            </a:r>
            <a:endParaRPr lang="it-IT" sz="3600" b="1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134380-5314-C6D7-7F50-286F759C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52" t="963" r="6671" b="90090"/>
          <a:stretch>
            <a:fillRect/>
          </a:stretch>
        </p:blipFill>
        <p:spPr>
          <a:xfrm>
            <a:off x="426276" y="827150"/>
            <a:ext cx="10367415" cy="50549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52B31E4-3253-AD2D-F239-BD429924B9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395" b="6395"/>
          <a:stretch/>
        </p:blipFill>
        <p:spPr>
          <a:xfrm>
            <a:off x="4844810" y="2746581"/>
            <a:ext cx="2357452" cy="496739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165BA7C0-383D-B6D8-EB11-69E48A38BF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242" b="11242"/>
          <a:stretch/>
        </p:blipFill>
        <p:spPr>
          <a:xfrm>
            <a:off x="397314" y="2087445"/>
            <a:ext cx="11495984" cy="49461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D1535C3-2413-D63C-C695-2CFFED3D11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23" t="86113" r="16714" b="659"/>
          <a:stretch>
            <a:fillRect/>
          </a:stretch>
        </p:blipFill>
        <p:spPr>
          <a:xfrm>
            <a:off x="1956175" y="4381872"/>
            <a:ext cx="8279649" cy="773121"/>
          </a:xfrm>
          <a:prstGeom prst="rect">
            <a:avLst/>
          </a:prstGeom>
          <a:ln w="28575">
            <a:solidFill>
              <a:srgbClr val="92D050"/>
            </a:solidFill>
          </a:ln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976DBA7-BF1B-E95F-845D-7529ED8952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76" b="2176"/>
          <a:stretch/>
        </p:blipFill>
        <p:spPr>
          <a:xfrm>
            <a:off x="3020281" y="3405675"/>
            <a:ext cx="6006510" cy="87426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39252CF3-095F-027B-0798-013B4DEF537B}"/>
              </a:ext>
            </a:extLst>
          </p:cNvPr>
          <p:cNvSpPr/>
          <p:nvPr/>
        </p:nvSpPr>
        <p:spPr>
          <a:xfrm>
            <a:off x="4950998" y="827150"/>
            <a:ext cx="5842694" cy="50549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AC6F82E2-1695-017C-4321-7067DE7F2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023536" y="3243320"/>
            <a:ext cx="0" cy="16235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41386162-CB91-96E4-1DF3-93A81DD3D1BD}"/>
              </a:ext>
            </a:extLst>
          </p:cNvPr>
          <p:cNvSpPr/>
          <p:nvPr/>
        </p:nvSpPr>
        <p:spPr>
          <a:xfrm>
            <a:off x="4167227" y="2087445"/>
            <a:ext cx="7726072" cy="50549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D705308-B9E2-F1B3-805D-47AC6FB9D095}"/>
              </a:ext>
            </a:extLst>
          </p:cNvPr>
          <p:cNvSpPr/>
          <p:nvPr/>
        </p:nvSpPr>
        <p:spPr>
          <a:xfrm>
            <a:off x="2167041" y="827149"/>
            <a:ext cx="726557" cy="505491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0C41B63-E172-5CBC-7F77-D9332B801AEA}"/>
              </a:ext>
            </a:extLst>
          </p:cNvPr>
          <p:cNvSpPr/>
          <p:nvPr/>
        </p:nvSpPr>
        <p:spPr>
          <a:xfrm>
            <a:off x="3453078" y="2076559"/>
            <a:ext cx="714148" cy="505491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C7057120-58D9-5D61-3D69-49E802F2BF96}"/>
              </a:ext>
            </a:extLst>
          </p:cNvPr>
          <p:cNvSpPr/>
          <p:nvPr/>
        </p:nvSpPr>
        <p:spPr>
          <a:xfrm>
            <a:off x="4178113" y="827150"/>
            <a:ext cx="772884" cy="507897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3E50E95B-77F9-3939-BC52-328BA8F0BD37}"/>
              </a:ext>
            </a:extLst>
          </p:cNvPr>
          <p:cNvSpPr/>
          <p:nvPr/>
        </p:nvSpPr>
        <p:spPr>
          <a:xfrm>
            <a:off x="1436423" y="2056796"/>
            <a:ext cx="730618" cy="519807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Parentesi graffa chiusa 22">
            <a:extLst>
              <a:ext uri="{FF2B5EF4-FFF2-40B4-BE49-F238E27FC236}">
                <a16:creationId xmlns:a16="http://schemas.microsoft.com/office/drawing/2014/main" id="{86ACB5B2-F852-7CD2-F5CB-F1EE53B54B5D}"/>
              </a:ext>
            </a:extLst>
          </p:cNvPr>
          <p:cNvSpPr/>
          <p:nvPr/>
        </p:nvSpPr>
        <p:spPr>
          <a:xfrm rot="5400000">
            <a:off x="7774462" y="-1423346"/>
            <a:ext cx="195766" cy="5842695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Parentesi graffa chiusa 24">
            <a:extLst>
              <a:ext uri="{FF2B5EF4-FFF2-40B4-BE49-F238E27FC236}">
                <a16:creationId xmlns:a16="http://schemas.microsoft.com/office/drawing/2014/main" id="{2847D632-9A6A-CB44-561A-18EB5486C965}"/>
              </a:ext>
            </a:extLst>
          </p:cNvPr>
          <p:cNvSpPr/>
          <p:nvPr/>
        </p:nvSpPr>
        <p:spPr>
          <a:xfrm rot="16200000">
            <a:off x="7939025" y="-1918475"/>
            <a:ext cx="182475" cy="7726074"/>
          </a:xfrm>
          <a:prstGeom prst="rightBrace">
            <a:avLst>
              <a:gd name="adj1" fmla="val 8333"/>
              <a:gd name="adj2" fmla="val 4789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B914C03-2B66-C8E7-56BC-526BD76789DC}"/>
              </a:ext>
            </a:extLst>
          </p:cNvPr>
          <p:cNvSpPr txBox="1"/>
          <p:nvPr/>
        </p:nvSpPr>
        <p:spPr>
          <a:xfrm>
            <a:off x="7021920" y="1544226"/>
            <a:ext cx="1700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FB </a:t>
            </a:r>
            <a:r>
              <a:rPr lang="it-IT" b="1" dirty="0" err="1">
                <a:solidFill>
                  <a:srgbClr val="FF0000"/>
                </a:solidFill>
              </a:rPr>
              <a:t>Linearization</a:t>
            </a:r>
            <a:endParaRPr lang="it-IT" b="1" dirty="0">
              <a:solidFill>
                <a:srgbClr val="FF0000"/>
              </a:solidFill>
            </a:endParaRP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93FBAF79-03C4-7004-9B38-0D3CE11775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2486" y="5280333"/>
            <a:ext cx="3602100" cy="1137505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3A7C6ED1-705A-BB96-78C0-583B2C6B6C5E}"/>
              </a:ext>
            </a:extLst>
          </p:cNvPr>
          <p:cNvCxnSpPr>
            <a:cxnSpLocks/>
          </p:cNvCxnSpPr>
          <p:nvPr/>
        </p:nvCxnSpPr>
        <p:spPr>
          <a:xfrm flipV="1">
            <a:off x="4399434" y="5620623"/>
            <a:ext cx="381000" cy="4572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E0EB2850-F51E-4AE6-09A7-846DEE2AAB7C}"/>
              </a:ext>
            </a:extLst>
          </p:cNvPr>
          <p:cNvCxnSpPr>
            <a:cxnSpLocks/>
          </p:cNvCxnSpPr>
          <p:nvPr/>
        </p:nvCxnSpPr>
        <p:spPr>
          <a:xfrm flipV="1">
            <a:off x="6111764" y="5633727"/>
            <a:ext cx="381000" cy="4572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ccia a destra 33">
            <a:extLst>
              <a:ext uri="{FF2B5EF4-FFF2-40B4-BE49-F238E27FC236}">
                <a16:creationId xmlns:a16="http://schemas.microsoft.com/office/drawing/2014/main" id="{73957001-5192-8CE0-3279-7C761A288D41}"/>
              </a:ext>
            </a:extLst>
          </p:cNvPr>
          <p:cNvSpPr/>
          <p:nvPr/>
        </p:nvSpPr>
        <p:spPr>
          <a:xfrm>
            <a:off x="3483398" y="5696733"/>
            <a:ext cx="500743" cy="33118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BFCC7C9-B3B9-7D50-F179-11FE9CB68A58}"/>
              </a:ext>
            </a:extLst>
          </p:cNvPr>
          <p:cNvSpPr/>
          <p:nvPr/>
        </p:nvSpPr>
        <p:spPr>
          <a:xfrm>
            <a:off x="9728200" y="803465"/>
            <a:ext cx="1081617" cy="5341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4DD519D3-B7DA-84AA-C888-8B445573756C}"/>
              </a:ext>
            </a:extLst>
          </p:cNvPr>
          <p:cNvSpPr/>
          <p:nvPr/>
        </p:nvSpPr>
        <p:spPr>
          <a:xfrm>
            <a:off x="10988766" y="2067682"/>
            <a:ext cx="922452" cy="5341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189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/>
      <p:bldP spid="34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-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Simulation Setup &amp; Disturbance Modeling      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9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9A13F34-1020-4FF4-9A3E-A396EB0F2749}"/>
              </a:ext>
            </a:extLst>
          </p:cNvPr>
          <p:cNvSpPr/>
          <p:nvPr/>
        </p:nvSpPr>
        <p:spPr>
          <a:xfrm>
            <a:off x="14286" y="0"/>
            <a:ext cx="111941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Simulation Setup &amp; Disturbance Modeling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B5DA77E-BA7F-46BD-BBD2-BAA3E8EBE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" y="813816"/>
            <a:ext cx="6445503" cy="33726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C2D32E0-1FD1-49D7-B041-99BD94F96855}"/>
                  </a:ext>
                </a:extLst>
              </p:cNvPr>
              <p:cNvSpPr txBox="1"/>
              <p:nvPr/>
            </p:nvSpPr>
            <p:spPr>
              <a:xfrm>
                <a:off x="338328" y="4931537"/>
                <a:ext cx="2395728" cy="67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0, 0, −1</m:t>
                            </m:r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it-IT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it-IT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it-IT" b="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C2D32E0-1FD1-49D7-B041-99BD94F96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" y="4931537"/>
                <a:ext cx="2395728" cy="674224"/>
              </a:xfrm>
              <a:prstGeom prst="rect">
                <a:avLst/>
              </a:prstGeom>
              <a:blipFill>
                <a:blip r:embed="rId5"/>
                <a:stretch>
                  <a:fillRect l="-1781" t="-2703" b="-72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A227CF0-2B96-4D35-A0F8-EC6FFE4E2ACC}"/>
                  </a:ext>
                </a:extLst>
              </p:cNvPr>
              <p:cNvSpPr txBox="1"/>
              <p:nvPr/>
            </p:nvSpPr>
            <p:spPr>
              <a:xfrm>
                <a:off x="2967734" y="4931537"/>
                <a:ext cx="4036570" cy="67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0, 0, 0</m:t>
                            </m:r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</m:oMath>
                </a14:m>
                <a:endParaRPr lang="it-IT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it-IT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180</m:t>
                            </m:r>
                          </m:e>
                        </m:d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𝑑𝑒𝑔</m:t>
                    </m:r>
                  </m:oMath>
                </a14:m>
                <a:endParaRPr lang="it-IT" b="0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A227CF0-2B96-4D35-A0F8-EC6FFE4E2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734" y="4931537"/>
                <a:ext cx="4036570" cy="674224"/>
              </a:xfrm>
              <a:prstGeom prst="rect">
                <a:avLst/>
              </a:prstGeom>
              <a:blipFill>
                <a:blip r:embed="rId6"/>
                <a:stretch>
                  <a:fillRect l="-1057" t="-2703" b="-72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5B57039-666E-4228-AA42-216C360FF3DE}"/>
              </a:ext>
            </a:extLst>
          </p:cNvPr>
          <p:cNvSpPr txBox="1"/>
          <p:nvPr/>
        </p:nvSpPr>
        <p:spPr>
          <a:xfrm>
            <a:off x="338328" y="4138515"/>
            <a:ext cx="6181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Time history of the Desired Position and Orientation of the OpenAUV.</a:t>
            </a:r>
            <a:endParaRPr lang="it-IT" sz="1400" dirty="0">
              <a:latin typeface="Century Gothic" panose="020B0502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C20AF07-F9D2-4763-AB64-A5FC7F329BB1}"/>
              </a:ext>
            </a:extLst>
          </p:cNvPr>
          <p:cNvSpPr txBox="1"/>
          <p:nvPr/>
        </p:nvSpPr>
        <p:spPr>
          <a:xfrm>
            <a:off x="7334082" y="809366"/>
            <a:ext cx="3874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Non-linear disturbances: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8552A25-3981-4971-8597-472D9056B676}"/>
                  </a:ext>
                </a:extLst>
              </p:cNvPr>
              <p:cNvSpPr txBox="1"/>
              <p:nvPr/>
            </p:nvSpPr>
            <p:spPr>
              <a:xfrm>
                <a:off x="7315496" y="1386204"/>
                <a:ext cx="4160223" cy="4662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b="1" dirty="0">
                    <a:latin typeface="Century Gothic" panose="020B0502020202020204" pitchFamily="34" charset="0"/>
                  </a:rPr>
                  <a:t>Quadratic Drag</a:t>
                </a:r>
                <a:r>
                  <a:rPr lang="it-IT" sz="2000" dirty="0">
                    <a:latin typeface="Century Gothic" panose="020B0502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𝝂</m:t>
                            </m:r>
                          </m:e>
                        </m:d>
                      </m:e>
                    </m:d>
                    <m:r>
                      <a:rPr lang="it-IT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  <m:r>
                      <a:rPr lang="it-IT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it-IT" sz="20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it-IT" sz="20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b="1" dirty="0">
                    <a:latin typeface="Century Gothic" panose="020B0502020202020204" pitchFamily="34" charset="0"/>
                  </a:rPr>
                  <a:t>Constant Ocean Current</a:t>
                </a:r>
                <a:r>
                  <a:rPr lang="it-IT" sz="2000" dirty="0">
                    <a:latin typeface="Century Gothic" panose="020B0502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3, 0, 0</m:t>
                            </m:r>
                          </m:e>
                        </m:d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;</a:t>
                </a:r>
              </a:p>
              <a:p>
                <a:endParaRPr lang="it-IT" sz="200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b="1" dirty="0">
                    <a:latin typeface="Century Gothic" panose="020B0502020202020204" pitchFamily="34" charset="0"/>
                  </a:rPr>
                  <a:t>Tidal Effects</a:t>
                </a:r>
                <a:r>
                  <a:rPr lang="it-IT" sz="2000" dirty="0">
                    <a:latin typeface="Century Gothic" panose="020B0502020202020204" pitchFamily="34" charset="0"/>
                  </a:rPr>
                  <a:t>: </a:t>
                </a:r>
                <a:r>
                  <a:rPr lang="en-US" sz="2000" dirty="0">
                    <a:latin typeface="Century Gothic" panose="020B0502020202020204" pitchFamily="34" charset="0"/>
                  </a:rPr>
                  <a:t>sinusoidal trend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t-IT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 Force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𝑁𝑚</m:t>
                    </m:r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 Torque amplitude, with a frequency of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0.5</m:t>
                    </m:r>
                    <m:f>
                      <m:f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;</a:t>
                </a:r>
              </a:p>
              <a:p>
                <a:endParaRPr lang="it-IT" sz="200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b="1" dirty="0">
                    <a:latin typeface="Century Gothic" panose="020B0502020202020204" pitchFamily="34" charset="0"/>
                  </a:rPr>
                  <a:t>Time-varying Ocean Currents</a:t>
                </a:r>
                <a:r>
                  <a:rPr lang="it-IT" sz="2000" dirty="0">
                    <a:latin typeface="Century Gothic" panose="020B0502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0 →0.5</m:t>
                    </m:r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0 →1.5</m:t>
                    </m:r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 amplitude shift at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it-IT" sz="2000" dirty="0">
                    <a:latin typeface="Century Gothic" panose="020B0502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8552A25-3981-4971-8597-472D9056B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496" y="1386204"/>
                <a:ext cx="4160223" cy="4662430"/>
              </a:xfrm>
              <a:prstGeom prst="rect">
                <a:avLst/>
              </a:prstGeom>
              <a:blipFill>
                <a:blip r:embed="rId7"/>
                <a:stretch>
                  <a:fillRect l="-1320" t="-784" r="-30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795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F44E173-36D4-40C2-81AF-EBED1C0681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26"/>
          <a:stretch/>
        </p:blipFill>
        <p:spPr>
          <a:xfrm>
            <a:off x="14286" y="3115372"/>
            <a:ext cx="6582002" cy="2746100"/>
          </a:xfrm>
          <a:prstGeom prst="rect">
            <a:avLst/>
          </a:prstGeom>
        </p:spPr>
      </p:pic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PD Control without the Momentum-based Estimator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10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CFA8F6-F45E-415A-95D9-4FE1D91C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441" y="3108960"/>
            <a:ext cx="76459" cy="302860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7143" y="502117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PD Control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4BB248B-F66A-4947-BCED-2611CAB31E47}"/>
              </a:ext>
            </a:extLst>
          </p:cNvPr>
          <p:cNvSpPr txBox="1"/>
          <p:nvPr/>
        </p:nvSpPr>
        <p:spPr>
          <a:xfrm>
            <a:off x="40846" y="5848265"/>
            <a:ext cx="608171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rgbClr val="4A7EBB"/>
                </a:solidFill>
                <a:latin typeface="Century Gothic" panose="020B0502020202020204" pitchFamily="34" charset="0"/>
              </a:rPr>
              <a:t>constant current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9E157C8-A866-48FA-8843-5AFDFE495894}"/>
              </a:ext>
            </a:extLst>
          </p:cNvPr>
          <p:cNvSpPr txBox="1"/>
          <p:nvPr/>
        </p:nvSpPr>
        <p:spPr>
          <a:xfrm>
            <a:off x="6122560" y="5850240"/>
            <a:ext cx="6096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without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rgbClr val="4A7EBB"/>
                </a:solidFill>
                <a:latin typeface="Century Gothic" panose="020B0502020202020204" pitchFamily="34" charset="0"/>
              </a:rPr>
              <a:t>constant current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F8EFE49D-290B-4521-8FC6-99BD4DB0D31C}"/>
                  </a:ext>
                </a:extLst>
              </p:cNvPr>
              <p:cNvSpPr txBox="1"/>
              <p:nvPr/>
            </p:nvSpPr>
            <p:spPr>
              <a:xfrm>
                <a:off x="276895" y="1076985"/>
                <a:ext cx="5654513" cy="1805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Position Control</a:t>
                </a:r>
                <a:r>
                  <a:rPr lang="it-IT" sz="2000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it-IT" dirty="0">
                  <a:solidFill>
                    <a:srgbClr val="C00000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it-IT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=0,8</m:t>
                      </m:r>
                    </m:oMath>
                  </m:oMathPara>
                </a14:m>
                <a:endParaRPr lang="it-IT" dirty="0">
                  <a:solidFill>
                    <a:srgbClr val="C00000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F8EFE49D-290B-4521-8FC6-99BD4DB0D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5" y="1076985"/>
                <a:ext cx="5654513" cy="1805431"/>
              </a:xfrm>
              <a:prstGeom prst="rect">
                <a:avLst/>
              </a:prstGeom>
              <a:blipFill>
                <a:blip r:embed="rId7"/>
                <a:stretch>
                  <a:fillRect t="-20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E08A15F1-393C-402D-A7B4-AEB9409F7438}"/>
                  </a:ext>
                </a:extLst>
              </p:cNvPr>
              <p:cNvSpPr txBox="1"/>
              <p:nvPr/>
            </p:nvSpPr>
            <p:spPr>
              <a:xfrm>
                <a:off x="6276102" y="1078898"/>
                <a:ext cx="5942458" cy="179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Attitude Control</a:t>
                </a:r>
                <a:r>
                  <a:rPr lang="it-IT" sz="2000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it-IT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𝑎𝑡𝑡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𝑎𝑡𝑡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1,2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𝑎𝑡𝑡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=0,8</m:t>
                      </m:r>
                    </m:oMath>
                  </m:oMathPara>
                </a14:m>
                <a:endParaRPr lang="it-IT" b="1" dirty="0">
                  <a:solidFill>
                    <a:srgbClr val="C00000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E08A15F1-393C-402D-A7B4-AEB9409F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102" y="1078898"/>
                <a:ext cx="5942458" cy="1792286"/>
              </a:xfrm>
              <a:prstGeom prst="rect">
                <a:avLst/>
              </a:prstGeom>
              <a:blipFill>
                <a:blip r:embed="rId8"/>
                <a:stretch>
                  <a:fillRect t="-20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>
            <a:extLst>
              <a:ext uri="{FF2B5EF4-FFF2-40B4-BE49-F238E27FC236}">
                <a16:creationId xmlns:a16="http://schemas.microsoft.com/office/drawing/2014/main" id="{E4BBF233-A85C-41B9-99F5-62F41CFEFF5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775" r="7804"/>
          <a:stretch/>
        </p:blipFill>
        <p:spPr>
          <a:xfrm>
            <a:off x="6250046" y="3115372"/>
            <a:ext cx="5864368" cy="27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0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9EE2B17-D0F1-42AC-9736-6A92F20C6D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3" r="7859"/>
          <a:stretch/>
        </p:blipFill>
        <p:spPr>
          <a:xfrm>
            <a:off x="-2" y="2953530"/>
            <a:ext cx="5939657" cy="2726532"/>
          </a:xfrm>
          <a:prstGeom prst="rect">
            <a:avLst/>
          </a:prstGeom>
        </p:spPr>
      </p:pic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FBL +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PID Control without the Estimator          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11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CFA8F6-F45E-415A-95D9-4FE1D91C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794" y="3021670"/>
            <a:ext cx="63721" cy="252406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2" y="502117"/>
            <a:ext cx="12192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PID Control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4BB248B-F66A-4947-BCED-2611CAB31E47}"/>
              </a:ext>
            </a:extLst>
          </p:cNvPr>
          <p:cNvSpPr txBox="1"/>
          <p:nvPr/>
        </p:nvSpPr>
        <p:spPr>
          <a:xfrm>
            <a:off x="-2" y="5668323"/>
            <a:ext cx="1219200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constant current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/>
              <p:nvPr/>
            </p:nvSpPr>
            <p:spPr>
              <a:xfrm>
                <a:off x="306864" y="1445710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64" y="1445710"/>
                <a:ext cx="2667786" cy="8905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/>
              <p:nvPr/>
            </p:nvSpPr>
            <p:spPr>
              <a:xfrm>
                <a:off x="3337117" y="1414002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117" y="1414002"/>
                <a:ext cx="2667786" cy="8905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5AF1230-FC41-41C5-BAFF-9F0475A03B35}"/>
                  </a:ext>
                </a:extLst>
              </p:cNvPr>
              <p:cNvSpPr txBox="1"/>
              <p:nvPr/>
            </p:nvSpPr>
            <p:spPr>
              <a:xfrm>
                <a:off x="6367370" y="1395210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5AF1230-FC41-41C5-BAFF-9F0475A03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370" y="1395210"/>
                <a:ext cx="2667786" cy="8905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820C669-B43C-4B38-9849-B2319D1FC742}"/>
                  </a:ext>
                </a:extLst>
              </p:cNvPr>
              <p:cNvSpPr txBox="1"/>
              <p:nvPr/>
            </p:nvSpPr>
            <p:spPr>
              <a:xfrm>
                <a:off x="9453224" y="1383461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820C669-B43C-4B38-9849-B2319D1FC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224" y="1383461"/>
                <a:ext cx="2667786" cy="8905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>
            <a:extLst>
              <a:ext uri="{FF2B5EF4-FFF2-40B4-BE49-F238E27FC236}">
                <a16:creationId xmlns:a16="http://schemas.microsoft.com/office/drawing/2014/main" id="{DDF26DB9-D7EE-4D32-82F5-D54BA0AEB91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922" r="7930"/>
          <a:stretch/>
        </p:blipFill>
        <p:spPr>
          <a:xfrm>
            <a:off x="6027283" y="2889103"/>
            <a:ext cx="6077088" cy="279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9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9EE2B17-D0F1-42AC-9736-6A92F20C6D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3" r="7859"/>
          <a:stretch/>
        </p:blipFill>
        <p:spPr>
          <a:xfrm>
            <a:off x="-2" y="2953530"/>
            <a:ext cx="5939657" cy="2726532"/>
          </a:xfrm>
          <a:prstGeom prst="rect">
            <a:avLst/>
          </a:prstGeom>
        </p:spPr>
      </p:pic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FBL +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PID Control without the Estimator          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12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CFA8F6-F45E-415A-95D9-4FE1D91C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794" y="3021670"/>
            <a:ext cx="63721" cy="252406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2" y="502117"/>
            <a:ext cx="12192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PID Control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4BB248B-F66A-4947-BCED-2611CAB31E47}"/>
              </a:ext>
            </a:extLst>
          </p:cNvPr>
          <p:cNvSpPr txBox="1"/>
          <p:nvPr/>
        </p:nvSpPr>
        <p:spPr>
          <a:xfrm>
            <a:off x="-2" y="5668323"/>
            <a:ext cx="1219200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constant current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/>
              <p:nvPr/>
            </p:nvSpPr>
            <p:spPr>
              <a:xfrm>
                <a:off x="152506" y="1495999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1495999"/>
                <a:ext cx="2667786" cy="8905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/>
              <p:nvPr/>
            </p:nvSpPr>
            <p:spPr>
              <a:xfrm>
                <a:off x="3238360" y="1495999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360" y="1495999"/>
                <a:ext cx="2667786" cy="8905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5AF1230-FC41-41C5-BAFF-9F0475A03B35}"/>
                  </a:ext>
                </a:extLst>
              </p:cNvPr>
              <p:cNvSpPr txBox="1"/>
              <p:nvPr/>
            </p:nvSpPr>
            <p:spPr>
              <a:xfrm>
                <a:off x="6318866" y="1482012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5AF1230-FC41-41C5-BAFF-9F0475A03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866" y="1482012"/>
                <a:ext cx="2667786" cy="8905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820C669-B43C-4B38-9849-B2319D1FC742}"/>
                  </a:ext>
                </a:extLst>
              </p:cNvPr>
              <p:cNvSpPr txBox="1"/>
              <p:nvPr/>
            </p:nvSpPr>
            <p:spPr>
              <a:xfrm>
                <a:off x="9242105" y="1495999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820C669-B43C-4B38-9849-B2319D1FC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2105" y="1495999"/>
                <a:ext cx="2667786" cy="8905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e 14">
            <a:extLst>
              <a:ext uri="{FF2B5EF4-FFF2-40B4-BE49-F238E27FC236}">
                <a16:creationId xmlns:a16="http://schemas.microsoft.com/office/drawing/2014/main" id="{C50BD3AA-52F4-4D13-9353-BFE542535CDA}"/>
              </a:ext>
            </a:extLst>
          </p:cNvPr>
          <p:cNvSpPr/>
          <p:nvPr/>
        </p:nvSpPr>
        <p:spPr>
          <a:xfrm>
            <a:off x="7106440" y="1401130"/>
            <a:ext cx="537328" cy="52321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FDB88A1-D5A6-47B3-AA5E-1BD20E9DF66A}"/>
              </a:ext>
            </a:extLst>
          </p:cNvPr>
          <p:cNvCxnSpPr>
            <a:cxnSpLocks/>
          </p:cNvCxnSpPr>
          <p:nvPr/>
        </p:nvCxnSpPr>
        <p:spPr>
          <a:xfrm flipV="1">
            <a:off x="7583932" y="1264740"/>
            <a:ext cx="229519" cy="213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e 19">
            <a:extLst>
              <a:ext uri="{FF2B5EF4-FFF2-40B4-BE49-F238E27FC236}">
                <a16:creationId xmlns:a16="http://schemas.microsoft.com/office/drawing/2014/main" id="{1F22C526-A222-4829-9096-DD351DEFC17D}"/>
              </a:ext>
            </a:extLst>
          </p:cNvPr>
          <p:cNvSpPr/>
          <p:nvPr/>
        </p:nvSpPr>
        <p:spPr>
          <a:xfrm>
            <a:off x="7833742" y="966160"/>
            <a:ext cx="537328" cy="52321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E83050C-2B40-4300-B4EE-01956EED3601}"/>
                  </a:ext>
                </a:extLst>
              </p:cNvPr>
              <p:cNvSpPr txBox="1"/>
              <p:nvPr/>
            </p:nvSpPr>
            <p:spPr>
              <a:xfrm>
                <a:off x="7833742" y="1048474"/>
                <a:ext cx="4586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E83050C-2B40-4300-B4EE-01956EED3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742" y="1048474"/>
                <a:ext cx="458639" cy="400110"/>
              </a:xfrm>
              <a:prstGeom prst="rect">
                <a:avLst/>
              </a:prstGeom>
              <a:blipFill>
                <a:blip r:embed="rId10"/>
                <a:stretch>
                  <a:fillRect r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50D31C3F-2E8B-4AA7-A412-E543FF0B50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1731" y="2953531"/>
            <a:ext cx="6048191" cy="268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4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FBL +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PID Control without the Estimator          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13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2" y="47369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PID Control</a:t>
            </a:r>
            <a:endParaRPr lang="it-IT" sz="2800" b="1" dirty="0">
              <a:solidFill>
                <a:schemeClr val="tx2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4BB248B-F66A-4947-BCED-2611CAB31E47}"/>
              </a:ext>
            </a:extLst>
          </p:cNvPr>
          <p:cNvSpPr txBox="1"/>
          <p:nvPr/>
        </p:nvSpPr>
        <p:spPr>
          <a:xfrm>
            <a:off x="-2" y="5975144"/>
            <a:ext cx="121919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rgbClr val="4A7EBB"/>
                </a:solidFill>
                <a:latin typeface="Century Gothic" panose="020B0502020202020204" pitchFamily="34" charset="0"/>
              </a:rPr>
              <a:t>constant current </a:t>
            </a:r>
            <a:r>
              <a:rPr lang="en-US" sz="1700" dirty="0">
                <a:latin typeface="Century Gothic" panose="020B0502020202020204" pitchFamily="34" charset="0"/>
              </a:rPr>
              <a:t>and </a:t>
            </a:r>
            <a:r>
              <a:rPr lang="en-US" sz="1700" b="1" dirty="0">
                <a:solidFill>
                  <a:srgbClr val="4A7EBB"/>
                </a:solidFill>
                <a:latin typeface="Century Gothic" panose="020B0502020202020204" pitchFamily="34" charset="0"/>
              </a:rPr>
              <a:t>sinusoidal wrench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/>
              <p:nvPr/>
            </p:nvSpPr>
            <p:spPr>
              <a:xfrm>
                <a:off x="2336742" y="1009713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AEBB43-A050-4DAC-88F8-DA8D580A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742" y="1009713"/>
                <a:ext cx="2667786" cy="890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/>
              <p:nvPr/>
            </p:nvSpPr>
            <p:spPr>
              <a:xfrm>
                <a:off x="6851425" y="996914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A73BA46-58A8-4B6F-8013-E9463357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425" y="996914"/>
                <a:ext cx="2667786" cy="890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B8FCF490-4616-46CF-A62E-07A31293B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00" y="2003883"/>
            <a:ext cx="10548594" cy="39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3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FBL +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PID Control without the Estimator          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14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2" y="502117"/>
            <a:ext cx="12192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PID Control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DAA9277-711C-4251-93AE-020086A92040}"/>
              </a:ext>
            </a:extLst>
          </p:cNvPr>
          <p:cNvSpPr txBox="1"/>
          <p:nvPr/>
        </p:nvSpPr>
        <p:spPr>
          <a:xfrm>
            <a:off x="-2" y="6061243"/>
            <a:ext cx="121919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constant current </a:t>
            </a:r>
            <a:r>
              <a:rPr lang="en-US" sz="1700" dirty="0">
                <a:latin typeface="Century Gothic" panose="020B0502020202020204" pitchFamily="34" charset="0"/>
              </a:rPr>
              <a:t>and</a:t>
            </a:r>
            <a:r>
              <a:rPr lang="en-US" sz="170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0.5 step variation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CEAA243A-5AC0-483C-9660-31FE58A7CB83}"/>
                  </a:ext>
                </a:extLst>
              </p:cNvPr>
              <p:cNvSpPr txBox="1"/>
              <p:nvPr/>
            </p:nvSpPr>
            <p:spPr>
              <a:xfrm>
                <a:off x="2185914" y="949923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CEAA243A-5AC0-483C-9660-31FE58A7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914" y="949923"/>
                <a:ext cx="2667786" cy="890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5D5CA0F9-7C31-4863-B7F3-8D456EB4F8F6}"/>
                  </a:ext>
                </a:extLst>
              </p:cNvPr>
              <p:cNvSpPr txBox="1"/>
              <p:nvPr/>
            </p:nvSpPr>
            <p:spPr>
              <a:xfrm>
                <a:off x="6625734" y="949923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5D5CA0F9-7C31-4863-B7F3-8D456EB4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734" y="949923"/>
                <a:ext cx="2667786" cy="890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70EB607E-D774-466C-8536-F5F37CAFF6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003" y="2019836"/>
            <a:ext cx="9138185" cy="40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9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FE43429-AF78-49D4-A99D-E9308D7A86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86" r="7603"/>
          <a:stretch/>
        </p:blipFill>
        <p:spPr>
          <a:xfrm>
            <a:off x="7143" y="3057016"/>
            <a:ext cx="5990617" cy="2725722"/>
          </a:xfrm>
          <a:prstGeom prst="rect">
            <a:avLst/>
          </a:prstGeom>
        </p:spPr>
      </p:pic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PD Control without the Momentum-based Estimator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15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7143" y="0"/>
            <a:ext cx="12184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Behavior Analysis without the Momentum-based Estimator 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CFA8F6-F45E-415A-95D9-4FE1D91C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221" y="3016220"/>
            <a:ext cx="66535" cy="263552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A5FE80-325A-41E3-B9C9-2D0A1A9C9B42}"/>
              </a:ext>
            </a:extLst>
          </p:cNvPr>
          <p:cNvSpPr txBox="1"/>
          <p:nvPr/>
        </p:nvSpPr>
        <p:spPr>
          <a:xfrm>
            <a:off x="-7143" y="502117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FBL + PD Control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04C9F91-5276-4607-97FF-B84D8D056EFF}"/>
              </a:ext>
            </a:extLst>
          </p:cNvPr>
          <p:cNvSpPr txBox="1"/>
          <p:nvPr/>
        </p:nvSpPr>
        <p:spPr>
          <a:xfrm>
            <a:off x="0" y="5833642"/>
            <a:ext cx="121848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ury Gothic" panose="020B0502020202020204" pitchFamily="34" charset="0"/>
              </a:rPr>
              <a:t>Behavior of the OpenAUV </a:t>
            </a:r>
            <a:r>
              <a:rPr lang="en-US" sz="1700" b="1" dirty="0">
                <a:latin typeface="Century Gothic" panose="020B0502020202020204" pitchFamily="34" charset="0"/>
              </a:rPr>
              <a:t>with</a:t>
            </a:r>
            <a:r>
              <a:rPr lang="en-US" sz="1700" dirty="0">
                <a:latin typeface="Century Gothic" panose="020B0502020202020204" pitchFamily="34" charset="0"/>
              </a:rPr>
              <a:t> the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constant current </a:t>
            </a:r>
            <a:r>
              <a:rPr lang="en-US" sz="1700" dirty="0">
                <a:latin typeface="Century Gothic" panose="020B0502020202020204" pitchFamily="34" charset="0"/>
              </a:rPr>
              <a:t>and</a:t>
            </a:r>
            <a:r>
              <a:rPr lang="en-US" sz="170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1.5 step variation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  <a:endParaRPr lang="it-IT" sz="17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0463F46C-1AF7-4D65-A59B-8844ECC483FB}"/>
                  </a:ext>
                </a:extLst>
              </p:cNvPr>
              <p:cNvSpPr txBox="1"/>
              <p:nvPr/>
            </p:nvSpPr>
            <p:spPr>
              <a:xfrm>
                <a:off x="158324" y="1547645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0463F46C-1AF7-4D65-A59B-8844ECC4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24" y="1547645"/>
                <a:ext cx="2667786" cy="8905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AA2B8C23-8B72-47E0-8980-B305427BD557}"/>
                  </a:ext>
                </a:extLst>
              </p:cNvPr>
              <p:cNvSpPr txBox="1"/>
              <p:nvPr/>
            </p:nvSpPr>
            <p:spPr>
              <a:xfrm>
                <a:off x="3156845" y="1549811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AA2B8C23-8B72-47E0-8980-B305427BD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45" y="1549811"/>
                <a:ext cx="2667786" cy="8905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AC9C438F-854F-42FB-8280-75813188A427}"/>
                  </a:ext>
                </a:extLst>
              </p:cNvPr>
              <p:cNvSpPr txBox="1"/>
              <p:nvPr/>
            </p:nvSpPr>
            <p:spPr>
              <a:xfrm>
                <a:off x="6225968" y="1566831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AC9C438F-854F-42FB-8280-75813188A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968" y="1566831"/>
                <a:ext cx="2667786" cy="8905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FF5990E8-E5C4-4CE2-BED0-333FB88B7BF3}"/>
                  </a:ext>
                </a:extLst>
              </p:cNvPr>
              <p:cNvSpPr txBox="1"/>
              <p:nvPr/>
            </p:nvSpPr>
            <p:spPr>
              <a:xfrm>
                <a:off x="9224489" y="1566830"/>
                <a:ext cx="2667786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FF5990E8-E5C4-4CE2-BED0-333FB88B7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489" y="1566830"/>
                <a:ext cx="2667786" cy="8905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A7DBC8F4-5918-4E55-923A-877FD54B315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799" r="7913"/>
          <a:stretch/>
        </p:blipFill>
        <p:spPr>
          <a:xfrm>
            <a:off x="6088856" y="2998890"/>
            <a:ext cx="6005364" cy="278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6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33805-10DD-7A22-46A9-6354467B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FB41F222-DD4C-D38E-8BD2-33863F05C7D0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D30EFCEC-B262-851F-DFEE-762DDDB65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1BB8A62-A3F1-C62F-AF74-CBD771C9D840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Behavior Analysis with the Momentum-based Estimator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16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F97C101-18DE-BBBE-85C9-8FEF6816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68" y="52170"/>
            <a:ext cx="11654864" cy="737733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Behavior Analysis with the Momentum-based Estimator</a:t>
            </a:r>
            <a:endParaRPr lang="it-IT" sz="3600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4EEFA6D-8EAE-369F-7C7B-D1EB1126E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1" y="771871"/>
            <a:ext cx="10554385" cy="570040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4F7B684-6855-AAB0-7AC1-C384AC30AD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9971" y="3173064"/>
            <a:ext cx="1935998" cy="977262"/>
          </a:xfrm>
          <a:prstGeom prst="rect">
            <a:avLst/>
          </a:prstGeo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3EC31DF-A61C-32D1-B57C-8B8A17752A1C}"/>
              </a:ext>
            </a:extLst>
          </p:cNvPr>
          <p:cNvSpPr/>
          <p:nvPr/>
        </p:nvSpPr>
        <p:spPr>
          <a:xfrm>
            <a:off x="7260771" y="4332514"/>
            <a:ext cx="4028365" cy="2128875"/>
          </a:xfrm>
          <a:prstGeom prst="roundRect">
            <a:avLst/>
          </a:prstGeom>
          <a:solidFill>
            <a:schemeClr val="tx2">
              <a:lumMod val="40000"/>
              <a:lumOff val="60000"/>
              <a:alpha val="6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334AB27-884E-7F52-1E7E-4AE7F1C5CC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66604" y="5709068"/>
            <a:ext cx="3129251" cy="345137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ADED719-A92B-1148-9C73-39C88E1369E5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6495855" y="5396952"/>
            <a:ext cx="764916" cy="484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magine 14">
            <a:extLst>
              <a:ext uri="{FF2B5EF4-FFF2-40B4-BE49-F238E27FC236}">
                <a16:creationId xmlns:a16="http://schemas.microsoft.com/office/drawing/2014/main" id="{C1991B4E-8472-6B08-0857-9F5412C6DF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71460" y="5694379"/>
            <a:ext cx="850688" cy="374516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</p:pic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E0CF2D9C-B3F9-8D1E-78D6-E2356B522515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2522148" y="5881637"/>
            <a:ext cx="844456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1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3BF9-8093-E682-B2D8-0B49ED03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5E71D6B4-9F9B-5C72-9F25-5F7EB4CCC05D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EA22E54F-6737-30D9-6789-BE37D2B11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5B7A17E-0625-AA6A-1587-14BD5932963C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Disturbance (PID) 	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17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119206A-472C-CB56-5837-5D99F07B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68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Disturbance (PID)</a:t>
            </a:r>
            <a:endParaRPr lang="it-IT" sz="3600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7F174F2-4CE9-602A-0081-F6F12B7515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624" y="1669369"/>
            <a:ext cx="11556433" cy="4622573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95850103-79E1-A7F6-F3B3-2526CEF2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8C31927F-E024-8CAF-984C-23FBC3F3B4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8" r="1678"/>
          <a:stretch/>
        </p:blipFill>
        <p:spPr>
          <a:xfrm>
            <a:off x="7863941" y="979490"/>
            <a:ext cx="2015663" cy="469276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E31E0FC5-13BC-E9BF-EA6B-5E9A1F7D51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838" y="97218"/>
            <a:ext cx="1103924" cy="64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ACFC-49A6-0AE2-EEFD-A79849C7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AC6BF310-3716-F715-44F7-CCAE086EF1B9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80763803-D77D-85AB-3AC6-322EF24A0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23ECEAA7-B823-02CF-D8C2-773A60D91786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Disturbance (PID + MBE)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18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AADD47D-6668-3387-FC81-B392BD22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68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Disturbance (PID + MBE)</a:t>
            </a:r>
            <a:endParaRPr lang="it-IT" sz="36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E52F4D-7CEC-1A4E-ACD4-26E83D4D4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8567" y="1693870"/>
            <a:ext cx="11604041" cy="464161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03D2156B-3D1A-8FDF-05C5-D6AD58CF1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349" y="77010"/>
            <a:ext cx="1103924" cy="64763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CBE82E4-74DE-7A73-9898-67C6A2E3B2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A57073B-BE4F-58BC-F19F-D2AADB1E3A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78" r="1678"/>
          <a:stretch/>
        </p:blipFill>
        <p:spPr>
          <a:xfrm>
            <a:off x="7863941" y="979490"/>
            <a:ext cx="2015663" cy="4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87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CC6B-2420-D287-440F-D6226193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AE6AE6AB-D57B-464C-8C3C-5BBD5EA223CC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DA304D98-B077-E22E-3B8B-23E696737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B6B88DC5-2CA9-0A74-5B5B-B31DF69691F0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Disturbance (PID + MBE)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D0880D30-8F56-23ED-2F56-3EE4C15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Disturbance (PID + MBE)</a:t>
            </a:r>
            <a:endParaRPr lang="it-IT" sz="3600" b="1" dirty="0"/>
          </a:p>
        </p:txBody>
      </p:sp>
      <p:sp>
        <p:nvSpPr>
          <p:cNvPr id="15" name="Freccia in su 14">
            <a:extLst>
              <a:ext uri="{FF2B5EF4-FFF2-40B4-BE49-F238E27FC236}">
                <a16:creationId xmlns:a16="http://schemas.microsoft.com/office/drawing/2014/main" id="{79B1168E-5C10-4FF3-76D4-3BA04E561215}"/>
              </a:ext>
            </a:extLst>
          </p:cNvPr>
          <p:cNvSpPr/>
          <p:nvPr/>
        </p:nvSpPr>
        <p:spPr>
          <a:xfrm>
            <a:off x="6945089" y="1023628"/>
            <a:ext cx="326572" cy="381000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17F15D61-0BE1-0860-EA76-3F3DE7222A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013" y="1682491"/>
            <a:ext cx="11571974" cy="4628789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AE28F236-BBB1-5273-3198-2971041C2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349" y="77010"/>
            <a:ext cx="1103924" cy="64763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7DF8D29-0D95-C537-C733-E419C35000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D2A7D5A-E0C4-063A-A523-1F2B729395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93" r="-97" b="-3297"/>
          <a:stretch>
            <a:fillRect/>
          </a:stretch>
        </p:blipFill>
        <p:spPr>
          <a:xfrm>
            <a:off x="7419433" y="1023947"/>
            <a:ext cx="3418114" cy="4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87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74ED-67F1-B2FF-1690-82A02BCA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83AAA404-AB74-CF2A-C3D2-5123B23093CD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9EF88C8F-6721-4654-E028-263AA4F0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4C5E30A-285A-5294-C125-9A2DCFFB9DB2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and Sinusoidal Disturbance (PID)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20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C60D4C4-4478-A177-BCD9-3EBA2A4E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and Sinusoidal Disturbance (PID)</a:t>
            </a:r>
            <a:endParaRPr lang="it-IT" sz="36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E7BCF0E-D3D7-59B2-FCAB-5231CC018B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09" t="8200"/>
          <a:stretch>
            <a:fillRect/>
          </a:stretch>
        </p:blipFill>
        <p:spPr>
          <a:xfrm>
            <a:off x="11334580" y="118068"/>
            <a:ext cx="536617" cy="57622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0D5E71C-1B86-B3D6-B754-7828E801C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7AFA1F7-38DC-3475-9974-A207871B5152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7A29919-AADA-62D8-1986-186F65728F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9445" y="1638353"/>
            <a:ext cx="11839083" cy="473563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3C9A93F-F98B-CA1D-FB3E-56A79DC98F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2E8C9FD-E0C2-9FA8-E2C2-1CFA5BB5F4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90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1CDFF-2A38-331B-7409-A6CE9D3A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4AB4986E-9F01-6E59-0C51-624C3A580D09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3A5B24B4-8F32-4324-6253-1516E0ACB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AE0A153C-3B0E-8BAB-70DB-94AD25AE15BB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and Sinusoidal Disturbance (PID + MBE)    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21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611B655-ABC7-C891-5E3B-16897F7D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and Sinusoidal Disturbance (PID + MBE)</a:t>
            </a:r>
            <a:endParaRPr lang="it-IT" sz="28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30B4155-94E7-75C0-9F70-1E535F3EF0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09" t="8200"/>
          <a:stretch>
            <a:fillRect/>
          </a:stretch>
        </p:blipFill>
        <p:spPr>
          <a:xfrm>
            <a:off x="11334580" y="118068"/>
            <a:ext cx="536617" cy="57622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17E1FA1-2DF6-81B1-0A47-3CF7D9C33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AB08C8D-D742-5AFD-816A-350A45C47AC5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AC85DAA-EB52-AC34-0DC5-DE23E5017C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981" y="1633237"/>
            <a:ext cx="11673981" cy="466959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989EF6C-A766-019A-6924-E89B0A1A6F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DA18AFC-2915-4E9C-CFD4-ABD0E076EC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84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1861-B531-3BE5-E4AD-635FE8AE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E4631D68-54F5-53CB-7010-673FE5158D92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19ECC6D3-15ED-1817-64C4-6BF66FF3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796BA1FC-ABB3-77D6-60EE-987297B7F8EC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Constant and Sinusoidal Disturbance (PID + MBE)    	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22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1BC5615-B734-63DB-A116-5EB686C2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971720"/>
                </a:solidFill>
                <a:latin typeface="Century Gothic"/>
                <a:cs typeface="Century Gothic"/>
              </a:rPr>
              <a:t>Constant and Sinusoidal Disturbance (PID + MBE)</a:t>
            </a:r>
            <a:endParaRPr lang="it-IT" sz="28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4E705E-9DE2-3ED8-B915-039E4717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09" t="8200"/>
          <a:stretch>
            <a:fillRect/>
          </a:stretch>
        </p:blipFill>
        <p:spPr>
          <a:xfrm>
            <a:off x="11334580" y="118068"/>
            <a:ext cx="536617" cy="57622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5679ED8-2725-31B1-8A56-FC03C3D9E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B5B87E-58D7-02DB-CCCE-0BA77E421674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89A4A72-2FD0-C692-E9C7-C1080DD29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6499" y="1742740"/>
            <a:ext cx="11616799" cy="4646719"/>
          </a:xfrm>
          <a:prstGeom prst="rect">
            <a:avLst/>
          </a:prstGeom>
        </p:spPr>
      </p:pic>
      <p:sp>
        <p:nvSpPr>
          <p:cNvPr id="16" name="Freccia in su 15">
            <a:extLst>
              <a:ext uri="{FF2B5EF4-FFF2-40B4-BE49-F238E27FC236}">
                <a16:creationId xmlns:a16="http://schemas.microsoft.com/office/drawing/2014/main" id="{C08712FD-9046-C22B-9604-2C11B4F71E21}"/>
              </a:ext>
            </a:extLst>
          </p:cNvPr>
          <p:cNvSpPr/>
          <p:nvPr/>
        </p:nvSpPr>
        <p:spPr>
          <a:xfrm>
            <a:off x="6988631" y="1023947"/>
            <a:ext cx="326572" cy="444998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6296617-A269-1F39-EC8C-D338F25075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8BB41F1-6773-13B3-9D4D-49F145EA0D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3" r="-97" b="-3297"/>
          <a:stretch>
            <a:fillRect/>
          </a:stretch>
        </p:blipFill>
        <p:spPr>
          <a:xfrm>
            <a:off x="7419433" y="1023947"/>
            <a:ext cx="3418114" cy="4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91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7895-C2EB-072E-5228-BB161E6E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A939A433-41AF-9868-A143-CC2ED25B459E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40C7E603-8124-27AC-2F89-A54EF04B1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6380B4A4-8B8F-6C7A-A334-6DB2ACD53F91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Step disturbance  (PID)			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23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1A8714B-5D1B-CD79-0E69-E701F7CA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Step disturbance  (PID)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0E88711-7951-4F0E-D2CB-F14C11109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8C48C2-B1D4-2AE1-DC6A-C08974294861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DF219F41-2BDE-2F9F-7F9A-67012E2021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2028" y="1464240"/>
            <a:ext cx="10747943" cy="484547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3DFC6B9-857A-8725-538E-E80627CEA4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3727CA00-774B-1B00-E3EA-B0FBB30234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1585"/>
          <a:stretch>
            <a:fillRect/>
          </a:stretch>
        </p:blipFill>
        <p:spPr>
          <a:xfrm>
            <a:off x="11458839" y="814170"/>
            <a:ext cx="430943" cy="37557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C7AE954-4F37-E8D5-C1FE-9130036E6C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806B92B-C2F3-4355-1985-DB17C0CC208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10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67C9-5259-4A0E-D02E-8A33B762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2C96A662-1F17-355C-D1F5-0D7B057EBF84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3BD12D39-3EE9-0B66-ACDA-D18502628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36D30EB-3AC7-3A73-8939-75F76171395C}"/>
              </a:ext>
            </a:extLst>
          </p:cNvPr>
          <p:cNvSpPr/>
          <p:nvPr/>
        </p:nvSpPr>
        <p:spPr>
          <a:xfrm>
            <a:off x="14286" y="6522320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)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 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Step disturbance  (PID+MBE)		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24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FE27176-1D84-E2CF-55E9-2DA315BA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Step disturbance  (PID+MBE)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E4AC4C8-D54E-A82F-475A-45DC9AE46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91FF32D-9447-CDC6-872F-DE827DE94778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F948962A-D3D3-4EC0-0837-77021E12A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75EB638-A5EC-B388-3F95-AC09194507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7136" y="1582105"/>
            <a:ext cx="11654864" cy="46619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674EBAE-167F-ECE4-B333-0251BAC528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752CDBC-1081-8509-35C4-F509ECE7FF4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337726B-9C57-BB27-DBCA-76ABFC5DE0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1585"/>
          <a:stretch>
            <a:fillRect/>
          </a:stretch>
        </p:blipFill>
        <p:spPr>
          <a:xfrm>
            <a:off x="11458839" y="814170"/>
            <a:ext cx="430943" cy="37557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282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13D9-FF04-C013-FA0F-840FE287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9A528989-6962-D7BC-E622-B66B747A1CCC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FF1EBD8F-D087-D7D9-15C3-6227CEB36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5F8A0262-7713-4AB5-BEBB-79EA9AB9FC06}"/>
              </a:ext>
            </a:extLst>
          </p:cNvPr>
          <p:cNvSpPr/>
          <p:nvPr/>
        </p:nvSpPr>
        <p:spPr>
          <a:xfrm>
            <a:off x="14286" y="6522320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)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 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Estimated Forces and Moments	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25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9B038AF4-070A-49A1-B4A3-97CE1A64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Estimated Forces and Moments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1EBD770-D79F-B3D9-1287-1693B23C2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1ED6F8D-E0FE-2D81-2391-AC714B275B8C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CFF1EF00-95F3-E55E-A046-63C29F03A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CEDE8E1-35C9-5A2F-9A8F-6C902BA66D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1025" y="1585659"/>
            <a:ext cx="11935261" cy="477410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05DA6E9-E047-3DDF-7321-921845AB09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D5B8818-DA46-397A-A979-1650A5A450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D7A441F-9FE4-C73C-5343-A3F93B1427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1585"/>
          <a:stretch>
            <a:fillRect/>
          </a:stretch>
        </p:blipFill>
        <p:spPr>
          <a:xfrm>
            <a:off x="11458839" y="814170"/>
            <a:ext cx="430943" cy="37557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66782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54B8-6330-2D83-F491-01F08711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2A21B98E-7E55-ACF8-DDC9-591AADAF030A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8574EE10-8425-4065-E0B0-4D9881BA2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46850868-8939-D7FB-FAAE-2A33F93B7340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)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 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Step disturbance  (PID+MBE)		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26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579D1B7-9BC4-4FB7-AE4A-AABCB6AC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Step disturbance  (PID+MBE)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3E8D5F6-0BF2-02A4-FBDB-F6B14E2AF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C4ECCA-2A4F-9113-4123-7513FEE0E71E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D7F1D753-A088-E046-6747-BC461A0C3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BCB6628-03C2-4523-9DC4-A967533E5F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268" y="1627467"/>
            <a:ext cx="11925352" cy="4770140"/>
          </a:xfrm>
          <a:prstGeom prst="rect">
            <a:avLst/>
          </a:prstGeom>
        </p:spPr>
      </p:pic>
      <p:sp>
        <p:nvSpPr>
          <p:cNvPr id="15" name="Freccia in su 14">
            <a:extLst>
              <a:ext uri="{FF2B5EF4-FFF2-40B4-BE49-F238E27FC236}">
                <a16:creationId xmlns:a16="http://schemas.microsoft.com/office/drawing/2014/main" id="{79F5A96A-C891-DDBC-C4BB-AD8C34FC2545}"/>
              </a:ext>
            </a:extLst>
          </p:cNvPr>
          <p:cNvSpPr/>
          <p:nvPr/>
        </p:nvSpPr>
        <p:spPr>
          <a:xfrm>
            <a:off x="7032173" y="977993"/>
            <a:ext cx="326572" cy="444998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72C4FA8-8FB4-E9DE-7AC5-27D5650DE8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A531971-CA1A-1276-941C-5227CBEB47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C4537DB-28C4-509A-3DCD-B564B6321F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93" r="-97" b="-3297"/>
          <a:stretch>
            <a:fillRect/>
          </a:stretch>
        </p:blipFill>
        <p:spPr>
          <a:xfrm>
            <a:off x="7419433" y="1023947"/>
            <a:ext cx="3418114" cy="4847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1F98819-5219-D272-AA32-940C09D58C2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41585"/>
          <a:stretch>
            <a:fillRect/>
          </a:stretch>
        </p:blipFill>
        <p:spPr>
          <a:xfrm>
            <a:off x="11458839" y="814170"/>
            <a:ext cx="430943" cy="37557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324207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6E6B-7D5B-5F65-E9EA-6D57253E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F11B6E5C-6B4B-801A-0638-467625BF5959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B38A980B-B227-F011-F3D6-494802A4A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290E24DF-FABC-7E42-87F6-8D754546033B}"/>
              </a:ext>
            </a:extLst>
          </p:cNvPr>
          <p:cNvSpPr/>
          <p:nvPr/>
        </p:nvSpPr>
        <p:spPr>
          <a:xfrm>
            <a:off x="14286" y="6522320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)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 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Step disturbance  (PID+MBE)		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27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D410FBAA-3944-F730-CBF0-ACE366812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Step disturbance  (PID+MBE)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487BFB0-FE85-F939-AB4F-3ED75979A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78D4094-419E-C621-7A71-1F08F98D7BFC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EAE5773E-B8BD-D410-B34D-4404506DF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5075CA3-3DFA-6C1A-4479-32179405DB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048" r="37167"/>
          <a:stretch>
            <a:fillRect/>
          </a:stretch>
        </p:blipFill>
        <p:spPr>
          <a:xfrm>
            <a:off x="11421696" y="827149"/>
            <a:ext cx="505229" cy="29390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6" name="Freccia in su 5">
            <a:extLst>
              <a:ext uri="{FF2B5EF4-FFF2-40B4-BE49-F238E27FC236}">
                <a16:creationId xmlns:a16="http://schemas.microsoft.com/office/drawing/2014/main" id="{3CA02645-13BC-B0CA-C1AB-F1D5FD51B3FE}"/>
              </a:ext>
            </a:extLst>
          </p:cNvPr>
          <p:cNvSpPr/>
          <p:nvPr/>
        </p:nvSpPr>
        <p:spPr>
          <a:xfrm>
            <a:off x="10981188" y="754068"/>
            <a:ext cx="326572" cy="444998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70CBE5CF-5BCB-1E19-38DD-DD3E785DB5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318" y="1543318"/>
            <a:ext cx="12159364" cy="486374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6E04467-B64B-DC56-C310-BD854E571D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1178D77-2376-D4E0-002C-DEDADFD3041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2" t="-3298" r="495" b="-3298"/>
          <a:stretch>
            <a:fillRect/>
          </a:stretch>
        </p:blipFill>
        <p:spPr>
          <a:xfrm>
            <a:off x="7696201" y="964016"/>
            <a:ext cx="2351313" cy="5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F791-1FD2-AA59-1734-66D63127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A45F3622-3245-D047-B998-0F4191347DEE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33651530-BB78-EE6F-B078-BC8F8DDEA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B521341-FC5B-3465-38C9-CD00004A504D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)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 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Step disturbance  (PID+MBE)			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28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D2D8293-490B-0A42-6C09-288AD6B0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Step disturbance  (PID+MBE)</a:t>
            </a:r>
            <a:endParaRPr lang="it-IT" sz="3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BC15181-C0A2-2DEC-6ED4-34CBAB83C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743" y="132461"/>
            <a:ext cx="1103924" cy="6476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0584779-C35F-5CBE-69C8-ACF6422FD311}"/>
              </a:ext>
            </a:extLst>
          </p:cNvPr>
          <p:cNvSpPr txBox="1"/>
          <p:nvPr/>
        </p:nvSpPr>
        <p:spPr>
          <a:xfrm>
            <a:off x="10792211" y="-50900"/>
            <a:ext cx="383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006F2A8-3152-FDF9-3C34-21D20E873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5445" y="42364"/>
            <a:ext cx="737733" cy="737733"/>
          </a:xfrm>
          <a:prstGeom prst="rect">
            <a:avLst/>
          </a:prstGeom>
        </p:spPr>
      </p:pic>
      <p:sp>
        <p:nvSpPr>
          <p:cNvPr id="6" name="Freccia in su 5">
            <a:extLst>
              <a:ext uri="{FF2B5EF4-FFF2-40B4-BE49-F238E27FC236}">
                <a16:creationId xmlns:a16="http://schemas.microsoft.com/office/drawing/2014/main" id="{3393D42A-F231-F043-BF7A-FDF2011171EF}"/>
              </a:ext>
            </a:extLst>
          </p:cNvPr>
          <p:cNvSpPr/>
          <p:nvPr/>
        </p:nvSpPr>
        <p:spPr>
          <a:xfrm>
            <a:off x="10968765" y="754068"/>
            <a:ext cx="326572" cy="444998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ccia in su 15">
            <a:extLst>
              <a:ext uri="{FF2B5EF4-FFF2-40B4-BE49-F238E27FC236}">
                <a16:creationId xmlns:a16="http://schemas.microsoft.com/office/drawing/2014/main" id="{F37F193F-5A04-D655-4409-B0B878D0A1DF}"/>
              </a:ext>
            </a:extLst>
          </p:cNvPr>
          <p:cNvSpPr/>
          <p:nvPr/>
        </p:nvSpPr>
        <p:spPr>
          <a:xfrm>
            <a:off x="6957578" y="1075822"/>
            <a:ext cx="326572" cy="381000"/>
          </a:xfrm>
          <a:prstGeom prst="upArrow">
            <a:avLst>
              <a:gd name="adj1" fmla="val 37500"/>
              <a:gd name="adj2" fmla="val 625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CBCC31C-EBF1-5F81-4C71-0F70B45FF5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8822" y="1594976"/>
            <a:ext cx="11916949" cy="476678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762E9DF-3739-0EB1-D035-F96CCB1E36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126" r="-1947"/>
          <a:stretch>
            <a:fillRect/>
          </a:stretch>
        </p:blipFill>
        <p:spPr>
          <a:xfrm>
            <a:off x="2693396" y="979490"/>
            <a:ext cx="2183403" cy="48475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9D2A75D-76E1-670F-941C-EF2BA38AF8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3" r="-97" b="-3297"/>
          <a:stretch>
            <a:fillRect/>
          </a:stretch>
        </p:blipFill>
        <p:spPr>
          <a:xfrm>
            <a:off x="7419433" y="1023947"/>
            <a:ext cx="3418114" cy="48475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828528E-6C03-495F-16B2-F6364DF5107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1048" r="37167"/>
          <a:stretch>
            <a:fillRect/>
          </a:stretch>
        </p:blipFill>
        <p:spPr>
          <a:xfrm>
            <a:off x="11421696" y="827149"/>
            <a:ext cx="505229" cy="29390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41266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Nonlinear Thruster Hydrodynamic Modeling                 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29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14286" y="10871"/>
            <a:ext cx="8784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Nonlinear Thruster Hydrodynamic Modeling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29E0624-5F9B-439A-A1F5-2787D7B95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235" y="1228624"/>
            <a:ext cx="3742441" cy="374244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C06EB01-C986-41A1-97D3-96C7117D1C2C}"/>
              </a:ext>
            </a:extLst>
          </p:cNvPr>
          <p:cNvSpPr txBox="1"/>
          <p:nvPr/>
        </p:nvSpPr>
        <p:spPr>
          <a:xfrm>
            <a:off x="7890235" y="4810191"/>
            <a:ext cx="3742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Century Gothic" panose="020B0502020202020204" pitchFamily="34" charset="0"/>
              </a:rPr>
              <a:t>T200 Thruster </a:t>
            </a:r>
            <a:r>
              <a:rPr lang="en-US" sz="1600" dirty="0">
                <a:latin typeface="Century Gothic" panose="020B0502020202020204" pitchFamily="34" charset="0"/>
              </a:rPr>
              <a:t>for marine robotics propulsion.</a:t>
            </a:r>
            <a:endParaRPr lang="it-IT" sz="1600" dirty="0">
              <a:latin typeface="Century Gothic" panose="020B0502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12345D8-EE95-4C0B-A8EE-62EF56F7401C}"/>
              </a:ext>
            </a:extLst>
          </p:cNvPr>
          <p:cNvSpPr txBox="1"/>
          <p:nvPr/>
        </p:nvSpPr>
        <p:spPr>
          <a:xfrm>
            <a:off x="556307" y="1659128"/>
            <a:ext cx="5043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entury Gothic" panose="020B0502020202020204" pitchFamily="34" charset="0"/>
              </a:rPr>
              <a:t>The </a:t>
            </a:r>
            <a:r>
              <a:rPr lang="en-US" i="1" dirty="0" err="1">
                <a:latin typeface="Century Gothic" panose="020B0502020202020204" pitchFamily="34" charset="0"/>
              </a:rPr>
              <a:t>BlueRobotics</a:t>
            </a:r>
            <a:r>
              <a:rPr lang="en-US" i="1" dirty="0">
                <a:latin typeface="Century Gothic" panose="020B0502020202020204" pitchFamily="34" charset="0"/>
              </a:rPr>
              <a:t> T200 </a:t>
            </a:r>
            <a:r>
              <a:rPr lang="en-US" dirty="0">
                <a:latin typeface="Century Gothic" panose="020B0502020202020204" pitchFamily="34" charset="0"/>
              </a:rPr>
              <a:t>is the primary propulsion unit for the </a:t>
            </a:r>
            <a:r>
              <a:rPr lang="en-US" dirty="0" err="1">
                <a:latin typeface="Century Gothic" panose="020B0502020202020204" pitchFamily="34" charset="0"/>
              </a:rPr>
              <a:t>OpenAUV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it-IT" dirty="0">
              <a:latin typeface="Century Gothic" panose="020B0502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8B7864D-3EB4-42E7-AE1F-CF241E50CEFC}"/>
              </a:ext>
            </a:extLst>
          </p:cNvPr>
          <p:cNvSpPr txBox="1"/>
          <p:nvPr/>
        </p:nvSpPr>
        <p:spPr>
          <a:xfrm>
            <a:off x="556307" y="1095644"/>
            <a:ext cx="5043216" cy="461665"/>
          </a:xfrm>
          <a:prstGeom prst="rect">
            <a:avLst/>
          </a:prstGeom>
          <a:noFill/>
          <a:ln w="19050">
            <a:solidFill>
              <a:srgbClr val="97172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The T200 Actuator</a:t>
            </a:r>
            <a:endParaRPr lang="it-IT" sz="2400" b="1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CE797C1-C9BF-493A-A114-D19E3EED112B}"/>
                  </a:ext>
                </a:extLst>
              </p:cNvPr>
              <p:cNvSpPr txBox="1"/>
              <p:nvPr/>
            </p:nvSpPr>
            <p:spPr>
              <a:xfrm>
                <a:off x="556306" y="2749237"/>
                <a:ext cx="6532651" cy="1807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latin typeface="Century Gothic" panose="020B0502020202020204" pitchFamily="34" charset="0"/>
                  </a:rPr>
                  <a:t>While </a:t>
                </a:r>
                <a:r>
                  <a:rPr lang="en-US" b="1" dirty="0">
                    <a:latin typeface="Century Gothic" panose="020B0502020202020204" pitchFamily="34" charset="0"/>
                  </a:rPr>
                  <a:t>standard models </a:t>
                </a:r>
                <a:r>
                  <a:rPr lang="en-US" dirty="0">
                    <a:latin typeface="Century Gothic" panose="020B0502020202020204" pitchFamily="34" charset="0"/>
                  </a:rPr>
                  <a:t>assume a </a:t>
                </a:r>
                <a:r>
                  <a:rPr lang="en-US" b="1" dirty="0">
                    <a:latin typeface="Century Gothic" panose="020B0502020202020204" pitchFamily="34" charset="0"/>
                  </a:rPr>
                  <a:t>fixed thrust/rotational speed relationship</a:t>
                </a:r>
                <a:r>
                  <a:rPr lang="en-US" dirty="0">
                    <a:latin typeface="Century Gothic" panose="020B0502020202020204" pitchFamily="34" charset="0"/>
                  </a:rPr>
                  <a:t>:</a:t>
                </a:r>
              </a:p>
              <a:p>
                <a:endParaRPr lang="en-US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𝑓𝑜𝑟𝑤𝑎𝑟𝑑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𝑑𝑒𝑠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𝑏𝑎𝑐𝑘𝑤𝑎𝑟𝑑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𝑑𝑒𝑠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=1,…, 8</m:t>
                      </m:r>
                    </m:oMath>
                  </m:oMathPara>
                </a14:m>
                <a:endParaRPr lang="it-IT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CE797C1-C9BF-493A-A114-D19E3EED1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06" y="2749237"/>
                <a:ext cx="6532651" cy="1807611"/>
              </a:xfrm>
              <a:prstGeom prst="rect">
                <a:avLst/>
              </a:prstGeom>
              <a:blipFill>
                <a:blip r:embed="rId5"/>
                <a:stretch>
                  <a:fillRect l="-746" t="-2020" r="-7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D59699F-23B6-4B9B-BE60-8D05B1FC71E7}"/>
              </a:ext>
            </a:extLst>
          </p:cNvPr>
          <p:cNvSpPr txBox="1"/>
          <p:nvPr/>
        </p:nvSpPr>
        <p:spPr>
          <a:xfrm>
            <a:off x="561082" y="5102578"/>
            <a:ext cx="6527876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71720"/>
                </a:solidFill>
                <a:latin typeface="Century Gothic" panose="020B0502020202020204" pitchFamily="34" charset="0"/>
              </a:rPr>
              <a:t>Advanced control </a:t>
            </a:r>
            <a:r>
              <a:rPr lang="en-US" dirty="0">
                <a:solidFill>
                  <a:srgbClr val="971720"/>
                </a:solidFill>
                <a:latin typeface="Century Gothic" panose="020B0502020202020204" pitchFamily="34" charset="0"/>
              </a:rPr>
              <a:t>requires accounting for </a:t>
            </a:r>
            <a:r>
              <a:rPr lang="en-US" b="1" dirty="0">
                <a:solidFill>
                  <a:srgbClr val="971720"/>
                </a:solidFill>
                <a:latin typeface="Century Gothic" panose="020B0502020202020204" pitchFamily="34" charset="0"/>
              </a:rPr>
              <a:t>axial inflow velocity</a:t>
            </a:r>
            <a:r>
              <a:rPr lang="en-US" dirty="0">
                <a:solidFill>
                  <a:srgbClr val="971720"/>
                </a:solidFill>
                <a:latin typeface="Century Gothic" panose="020B0502020202020204" pitchFamily="34" charset="0"/>
              </a:rPr>
              <a:t>.</a:t>
            </a:r>
            <a:endParaRPr lang="it-IT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27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/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it-IT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2" descr="C:\Bruno\campus\unina\Stationery\Dipartimenti\DIETI\Logo_DIETI_Por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47" y="65159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OpenAUV: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Hydrodynamic concepts	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30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910A3C8-EF24-4C8D-97C1-4D01D1C2565C}"/>
              </a:ext>
            </a:extLst>
          </p:cNvPr>
          <p:cNvSpPr/>
          <p:nvPr/>
        </p:nvSpPr>
        <p:spPr>
          <a:xfrm>
            <a:off x="14286" y="10871"/>
            <a:ext cx="121777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71720"/>
                </a:solidFill>
                <a:latin typeface="Century Gothic" panose="020B0502020202020204" pitchFamily="34" charset="0"/>
              </a:rPr>
              <a:t>Hydrodynamic concepts</a:t>
            </a:r>
            <a:endParaRPr lang="it-IT" sz="3200" b="1" dirty="0">
              <a:solidFill>
                <a:srgbClr val="971720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6FF1704E-F2D8-4E1B-A78A-1B1BA0AC0513}"/>
                  </a:ext>
                </a:extLst>
              </p:cNvPr>
              <p:cNvSpPr txBox="1"/>
              <p:nvPr/>
            </p:nvSpPr>
            <p:spPr>
              <a:xfrm>
                <a:off x="282109" y="1269790"/>
                <a:ext cx="3516240" cy="431329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Advance Ratio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sz="2000" dirty="0">
                    <a:latin typeface="Century Gothic" panose="020B0502020202020204" pitchFamily="34" charset="0"/>
                  </a:rPr>
                  <a:t>The ratio between inflow velocity and propeller tip speed. It quantifies how "fast" the propeller travels through the fluid.</a:t>
                </a:r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𝑛𝐷</m:t>
                          </m:r>
                        </m:den>
                      </m:f>
                    </m:oMath>
                  </m:oMathPara>
                </a14:m>
                <a:endParaRPr lang="it-IT" sz="2000" dirty="0"/>
              </a:p>
              <a:p>
                <a:pPr algn="ctr"/>
                <a:endParaRPr lang="en-US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6FF1704E-F2D8-4E1B-A78A-1B1BA0AC0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09" y="1269790"/>
                <a:ext cx="3516240" cy="43132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78D5441-004C-45CF-A052-2A298C1C06DE}"/>
                  </a:ext>
                </a:extLst>
              </p:cNvPr>
              <p:cNvSpPr txBox="1"/>
              <p:nvPr/>
            </p:nvSpPr>
            <p:spPr>
              <a:xfrm>
                <a:off x="8456495" y="1273008"/>
                <a:ext cx="3516240" cy="41068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Thrust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it-IT" sz="2000" b="1" i="1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it-IT" sz="2000" b="1" i="1" smtClean="0">
                        <a:solidFill>
                          <a:srgbClr val="97172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sz="2000" dirty="0">
                    <a:latin typeface="Century Gothic" panose="020B0502020202020204" pitchFamily="34" charset="0"/>
                  </a:rPr>
                  <a:t>A non-dimensional parameter describing thrust performance, subject to degradation as velocity increases.</a:t>
                </a:r>
              </a:p>
              <a:p>
                <a:pPr algn="ctr"/>
                <a:endParaRPr lang="en-US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it-IT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it-IT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78D5441-004C-45CF-A052-2A298C1C0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495" y="1273008"/>
                <a:ext cx="3516240" cy="4106830"/>
              </a:xfrm>
              <a:prstGeom prst="rect">
                <a:avLst/>
              </a:prstGeom>
              <a:blipFill>
                <a:blip r:embed="rId5"/>
                <a:stretch>
                  <a:fillRect r="-12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4168E6B-1841-4D43-B138-0EECA499422F}"/>
                  </a:ext>
                </a:extLst>
              </p:cNvPr>
              <p:cNvSpPr txBox="1"/>
              <p:nvPr/>
            </p:nvSpPr>
            <p:spPr>
              <a:xfrm>
                <a:off x="4113962" y="1269790"/>
                <a:ext cx="4026920" cy="434208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it-IT" sz="2000" b="1" dirty="0" err="1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Asymmetric</a:t>
                </a:r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it-IT" sz="2000" b="1" dirty="0" err="1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Nominal</a:t>
                </a:r>
                <a:r>
                  <a:rPr lang="it-IT" sz="2000" b="1" dirty="0">
                    <a:solidFill>
                      <a:srgbClr val="971720"/>
                    </a:solidFill>
                    <a:latin typeface="Century Gothic" panose="020B0502020202020204" pitchFamily="34" charset="0"/>
                  </a:rPr>
                  <a:t> Thrust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it-IT" sz="2000" b="1" i="1" smtClean="0">
                            <a:solidFill>
                              <a:srgbClr val="97172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it-IT" sz="2000" b="1" dirty="0">
                  <a:solidFill>
                    <a:srgbClr val="971720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sz="2000" dirty="0">
                    <a:latin typeface="Century Gothic" panose="020B0502020202020204" pitchFamily="34" charset="0"/>
                  </a:rPr>
                  <a:t>Accounting for propeller asymmetry by switching nominal coefficients based on the desired rotation direction.</a:t>
                </a:r>
              </a:p>
              <a:p>
                <a:pPr algn="ctr"/>
                <a:endParaRPr lang="en-US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en-US" sz="2000" dirty="0">
                  <a:latin typeface="Century Gothic" panose="020B0502020202020204" pitchFamily="34" charset="0"/>
                </a:endParaRPr>
              </a:p>
              <a:p>
                <a:pPr algn="ctr"/>
                <a:endParaRPr lang="en-US" sz="2000" dirty="0">
                  <a:latin typeface="Century Gothic" panose="020B0502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0 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𝑓𝑜𝑟𝑤𝑎𝑟𝑑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𝑏𝑎𝑐𝑘𝑤𝑎𝑟𝑑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it-IT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sz="16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4168E6B-1841-4D43-B138-0EECA499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62" y="1269790"/>
                <a:ext cx="4026920" cy="4342086"/>
              </a:xfrm>
              <a:prstGeom prst="rect">
                <a:avLst/>
              </a:prstGeom>
              <a:blipFill>
                <a:blip r:embed="rId6"/>
                <a:stretch>
                  <a:fillRect l="-1053" r="-135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tangolo 18">
            <a:extLst>
              <a:ext uri="{FF2B5EF4-FFF2-40B4-BE49-F238E27FC236}">
                <a16:creationId xmlns:a16="http://schemas.microsoft.com/office/drawing/2014/main" id="{51EA5A09-27AF-47EE-AD67-DFEC7297AAA6}"/>
              </a:ext>
            </a:extLst>
          </p:cNvPr>
          <p:cNvSpPr/>
          <p:nvPr/>
        </p:nvSpPr>
        <p:spPr>
          <a:xfrm>
            <a:off x="0" y="6195276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Source</a:t>
            </a:r>
            <a:r>
              <a:rPr lang="en-US" sz="1200" dirty="0">
                <a:latin typeface="Century Gothic" panose="020B0502020202020204" pitchFamily="34" charset="0"/>
              </a:rPr>
              <a:t>: </a:t>
            </a:r>
            <a:r>
              <a:rPr lang="en-US" sz="1200" i="1" dirty="0">
                <a:latin typeface="Century Gothic" panose="020B0502020202020204" pitchFamily="34" charset="0"/>
              </a:rPr>
              <a:t>Kim, J. &amp; Chung, W. K. (2006). "Accurate and practical thruster modeling for underwater vehicles". Ocean Engineering, 33(1)</a:t>
            </a:r>
            <a:endParaRPr lang="it-IT" sz="1200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1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FACD-A11A-07E1-584A-70F65483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1E32A439-27F3-42F9-3A05-8F9C0B7DB3D5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A28F1C29-DB6B-3BDA-516E-D9EE589F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0B53668-F090-CF83-CEF7-93651F8FFF60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Wake Fraction and Inflow Velocity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31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389C164-2CAF-A61F-008D-AB89CFD4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Wake Fraction and Inflow Velocity</a:t>
            </a:r>
            <a:endParaRPr lang="it-IT" sz="3600" b="1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22EA3F5-04EC-5C5D-D339-654C3822D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02" y="827149"/>
            <a:ext cx="1897251" cy="996056"/>
          </a:xfrm>
          <a:prstGeom prst="rect">
            <a:avLst/>
          </a:prstGeom>
        </p:spPr>
      </p:pic>
      <p:sp>
        <p:nvSpPr>
          <p:cNvPr id="13" name="Esagono 12">
            <a:extLst>
              <a:ext uri="{FF2B5EF4-FFF2-40B4-BE49-F238E27FC236}">
                <a16:creationId xmlns:a16="http://schemas.microsoft.com/office/drawing/2014/main" id="{6108FC9E-DA28-E70B-D017-FA4F067F7834}"/>
              </a:ext>
            </a:extLst>
          </p:cNvPr>
          <p:cNvSpPr/>
          <p:nvPr/>
        </p:nvSpPr>
        <p:spPr>
          <a:xfrm>
            <a:off x="5755172" y="876309"/>
            <a:ext cx="725199" cy="373590"/>
          </a:xfrm>
          <a:prstGeom prst="hexagon">
            <a:avLst/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1A55538A-4A27-081B-48F3-9CC8D8DD34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5713" y="1807453"/>
            <a:ext cx="9133716" cy="1223339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59F02621-BCD0-AFA0-DD6B-9C7F467FB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496" y="1094793"/>
            <a:ext cx="1466103" cy="397438"/>
          </a:xfrm>
          <a:prstGeom prst="rect">
            <a:avLst/>
          </a:prstGeom>
        </p:spPr>
      </p:pic>
      <p:grpSp>
        <p:nvGrpSpPr>
          <p:cNvPr id="51" name="Gruppo 50">
            <a:extLst>
              <a:ext uri="{FF2B5EF4-FFF2-40B4-BE49-F238E27FC236}">
                <a16:creationId xmlns:a16="http://schemas.microsoft.com/office/drawing/2014/main" id="{D6549A78-2EC8-F97F-DBBD-FD58B13E5D69}"/>
              </a:ext>
            </a:extLst>
          </p:cNvPr>
          <p:cNvGrpSpPr/>
          <p:nvPr/>
        </p:nvGrpSpPr>
        <p:grpSpPr>
          <a:xfrm>
            <a:off x="10158670" y="1909611"/>
            <a:ext cx="1587617" cy="843873"/>
            <a:chOff x="10047514" y="1898138"/>
            <a:chExt cx="1587617" cy="843873"/>
          </a:xfrm>
        </p:grpSpPr>
        <p:pic>
          <p:nvPicPr>
            <p:cNvPr id="44" name="Immagine 43">
              <a:extLst>
                <a:ext uri="{FF2B5EF4-FFF2-40B4-BE49-F238E27FC236}">
                  <a16:creationId xmlns:a16="http://schemas.microsoft.com/office/drawing/2014/main" id="{00898A39-F684-ED7D-2ABA-6F0A5576A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51455" y="1898138"/>
              <a:ext cx="1358481" cy="464438"/>
            </a:xfrm>
            <a:prstGeom prst="rect">
              <a:avLst/>
            </a:prstGeom>
          </p:spPr>
        </p:pic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53464AFE-7D84-3D68-45B1-860927B8C457}"/>
                </a:ext>
              </a:extLst>
            </p:cNvPr>
            <p:cNvSpPr txBox="1"/>
            <p:nvPr/>
          </p:nvSpPr>
          <p:spPr>
            <a:xfrm>
              <a:off x="10151455" y="2349877"/>
              <a:ext cx="1483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</a:t>
              </a:r>
              <a:r>
                <a: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it-IT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fraction</a:t>
              </a:r>
              <a:endPara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Rettangolo con angoli arrotondati 45">
              <a:extLst>
                <a:ext uri="{FF2B5EF4-FFF2-40B4-BE49-F238E27FC236}">
                  <a16:creationId xmlns:a16="http://schemas.microsoft.com/office/drawing/2014/main" id="{687B83E0-DF5B-3E28-0251-C1916EFCE28A}"/>
                </a:ext>
              </a:extLst>
            </p:cNvPr>
            <p:cNvSpPr/>
            <p:nvPr/>
          </p:nvSpPr>
          <p:spPr>
            <a:xfrm>
              <a:off x="10047514" y="1909611"/>
              <a:ext cx="1587617" cy="8324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7" name="Esagono 46">
            <a:extLst>
              <a:ext uri="{FF2B5EF4-FFF2-40B4-BE49-F238E27FC236}">
                <a16:creationId xmlns:a16="http://schemas.microsoft.com/office/drawing/2014/main" id="{5B0DAD63-AD86-523D-C19D-8FB9467BC0E7}"/>
              </a:ext>
            </a:extLst>
          </p:cNvPr>
          <p:cNvSpPr/>
          <p:nvPr/>
        </p:nvSpPr>
        <p:spPr>
          <a:xfrm>
            <a:off x="7652423" y="731860"/>
            <a:ext cx="2434933" cy="357822"/>
          </a:xfrm>
          <a:prstGeom prst="hexagon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Advance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Velocity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2B3336BB-86ED-7E0D-3D82-89D6F9D187D0}"/>
              </a:ext>
            </a:extLst>
          </p:cNvPr>
          <p:cNvCxnSpPr>
            <a:cxnSpLocks/>
            <a:stCxn id="13" idx="0"/>
            <a:endCxn id="47" idx="3"/>
          </p:cNvCxnSpPr>
          <p:nvPr/>
        </p:nvCxnSpPr>
        <p:spPr>
          <a:xfrm flipV="1">
            <a:off x="6480371" y="910771"/>
            <a:ext cx="1172052" cy="1523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943FA3CF-2BA6-CE9A-BF1D-89AB2D3E8E7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rcRect l="7582" t="5781" r="10304" b="44158"/>
          <a:stretch>
            <a:fillRect/>
          </a:stretch>
        </p:blipFill>
        <p:spPr>
          <a:xfrm>
            <a:off x="1218964" y="3278152"/>
            <a:ext cx="6433459" cy="2852057"/>
          </a:xfrm>
          <a:prstGeom prst="rect">
            <a:avLst/>
          </a:prstGeom>
        </p:spPr>
      </p:pic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54EF4064-D39A-CB2C-3E8C-7D486FF07145}"/>
              </a:ext>
            </a:extLst>
          </p:cNvPr>
          <p:cNvCxnSpPr>
            <a:cxnSpLocks/>
          </p:cNvCxnSpPr>
          <p:nvPr/>
        </p:nvCxnSpPr>
        <p:spPr>
          <a:xfrm flipH="1">
            <a:off x="4350649" y="4856580"/>
            <a:ext cx="772886" cy="1415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569CB5FE-ABC1-3178-EDF1-465AF2452157}"/>
              </a:ext>
            </a:extLst>
          </p:cNvPr>
          <p:cNvCxnSpPr>
            <a:cxnSpLocks/>
          </p:cNvCxnSpPr>
          <p:nvPr/>
        </p:nvCxnSpPr>
        <p:spPr>
          <a:xfrm>
            <a:off x="5123535" y="4856580"/>
            <a:ext cx="0" cy="75489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963FF909-2116-FC5B-0A22-2BCFDA21274C}"/>
              </a:ext>
            </a:extLst>
          </p:cNvPr>
          <p:cNvCxnSpPr>
            <a:cxnSpLocks/>
          </p:cNvCxnSpPr>
          <p:nvPr/>
        </p:nvCxnSpPr>
        <p:spPr>
          <a:xfrm flipH="1" flipV="1">
            <a:off x="4590136" y="4366723"/>
            <a:ext cx="533400" cy="489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99F28712-C87D-2E62-FB75-C405136A564C}"/>
                  </a:ext>
                </a:extLst>
              </p:cNvPr>
              <p:cNvSpPr txBox="1"/>
              <p:nvPr/>
            </p:nvSpPr>
            <p:spPr>
              <a:xfrm>
                <a:off x="4435693" y="4027671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y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99F28712-C87D-2E62-FB75-C405136A5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693" y="4027671"/>
                <a:ext cx="522515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561A8A34-1DCF-D50B-5BA8-D2062067E4DE}"/>
                  </a:ext>
                </a:extLst>
              </p:cNvPr>
              <p:cNvSpPr txBox="1"/>
              <p:nvPr/>
            </p:nvSpPr>
            <p:spPr>
              <a:xfrm>
                <a:off x="5012638" y="5464058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z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561A8A34-1DCF-D50B-5BA8-D2062067E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638" y="5464058"/>
                <a:ext cx="5225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C5874168-49FB-D1B7-56D1-7561548A139F}"/>
                  </a:ext>
                </a:extLst>
              </p:cNvPr>
              <p:cNvSpPr txBox="1"/>
              <p:nvPr/>
            </p:nvSpPr>
            <p:spPr>
              <a:xfrm>
                <a:off x="5039896" y="4659115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C5874168-49FB-D1B7-56D1-7561548A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896" y="4659115"/>
                <a:ext cx="52251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e 69">
            <a:extLst>
              <a:ext uri="{FF2B5EF4-FFF2-40B4-BE49-F238E27FC236}">
                <a16:creationId xmlns:a16="http://schemas.microsoft.com/office/drawing/2014/main" id="{B7EBD247-5FE9-EBDC-A957-4E7C10F24FAC}"/>
              </a:ext>
            </a:extLst>
          </p:cNvPr>
          <p:cNvSpPr/>
          <p:nvPr/>
        </p:nvSpPr>
        <p:spPr>
          <a:xfrm>
            <a:off x="5078271" y="4813428"/>
            <a:ext cx="69690" cy="763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sellaDiTesto 70">
                <a:extLst>
                  <a:ext uri="{FF2B5EF4-FFF2-40B4-BE49-F238E27FC236}">
                    <a16:creationId xmlns:a16="http://schemas.microsoft.com/office/drawing/2014/main" id="{5C981386-6E0E-667C-FA61-02D7F36B7DA4}"/>
                  </a:ext>
                </a:extLst>
              </p:cNvPr>
              <p:cNvSpPr txBox="1"/>
              <p:nvPr/>
            </p:nvSpPr>
            <p:spPr>
              <a:xfrm>
                <a:off x="4342759" y="4911669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1" name="CasellaDiTesto 70">
                <a:extLst>
                  <a:ext uri="{FF2B5EF4-FFF2-40B4-BE49-F238E27FC236}">
                    <a16:creationId xmlns:a16="http://schemas.microsoft.com/office/drawing/2014/main" id="{5C981386-6E0E-667C-FA61-02D7F36B7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759" y="4911669"/>
                <a:ext cx="52251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5CA1131E-AC0C-B9A9-066D-2C0E1A9CF178}"/>
              </a:ext>
            </a:extLst>
          </p:cNvPr>
          <p:cNvCxnSpPr>
            <a:cxnSpLocks/>
          </p:cNvCxnSpPr>
          <p:nvPr/>
        </p:nvCxnSpPr>
        <p:spPr>
          <a:xfrm flipV="1">
            <a:off x="3970170" y="3890269"/>
            <a:ext cx="0" cy="76884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1F0C5CAF-57C4-698B-3531-E889D022E77A}"/>
              </a:ext>
            </a:extLst>
          </p:cNvPr>
          <p:cNvCxnSpPr>
            <a:cxnSpLocks/>
          </p:cNvCxnSpPr>
          <p:nvPr/>
        </p:nvCxnSpPr>
        <p:spPr>
          <a:xfrm flipV="1">
            <a:off x="3256954" y="4753027"/>
            <a:ext cx="504501" cy="90754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2F93D920-5606-D4C8-B8AA-587297D7DC90}"/>
              </a:ext>
            </a:extLst>
          </p:cNvPr>
          <p:cNvCxnSpPr>
            <a:cxnSpLocks/>
          </p:cNvCxnSpPr>
          <p:nvPr/>
        </p:nvCxnSpPr>
        <p:spPr>
          <a:xfrm flipH="1" flipV="1">
            <a:off x="3037264" y="4600474"/>
            <a:ext cx="236592" cy="251149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diritto 87">
            <a:extLst>
              <a:ext uri="{FF2B5EF4-FFF2-40B4-BE49-F238E27FC236}">
                <a16:creationId xmlns:a16="http://schemas.microsoft.com/office/drawing/2014/main" id="{5E552B58-6D5C-3374-FB15-4148489D9833}"/>
              </a:ext>
            </a:extLst>
          </p:cNvPr>
          <p:cNvCxnSpPr>
            <a:cxnSpLocks/>
          </p:cNvCxnSpPr>
          <p:nvPr/>
        </p:nvCxnSpPr>
        <p:spPr>
          <a:xfrm flipV="1">
            <a:off x="3037264" y="4509616"/>
            <a:ext cx="476808" cy="9085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diritto 89">
            <a:extLst>
              <a:ext uri="{FF2B5EF4-FFF2-40B4-BE49-F238E27FC236}">
                <a16:creationId xmlns:a16="http://schemas.microsoft.com/office/drawing/2014/main" id="{D4005967-2E65-C852-C869-DBBA45688EFB}"/>
              </a:ext>
            </a:extLst>
          </p:cNvPr>
          <p:cNvCxnSpPr>
            <a:cxnSpLocks/>
          </p:cNvCxnSpPr>
          <p:nvPr/>
        </p:nvCxnSpPr>
        <p:spPr>
          <a:xfrm>
            <a:off x="3514072" y="4509616"/>
            <a:ext cx="247383" cy="24468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F467568E-697F-2023-F313-3D3ECD6AF6F5}"/>
              </a:ext>
            </a:extLst>
          </p:cNvPr>
          <p:cNvCxnSpPr>
            <a:cxnSpLocks/>
          </p:cNvCxnSpPr>
          <p:nvPr/>
        </p:nvCxnSpPr>
        <p:spPr>
          <a:xfrm flipV="1">
            <a:off x="3509204" y="3767707"/>
            <a:ext cx="0" cy="75402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95A6D4BF-0D3F-8864-D3A8-ED84E708D026}"/>
              </a:ext>
            </a:extLst>
          </p:cNvPr>
          <p:cNvCxnSpPr>
            <a:cxnSpLocks/>
          </p:cNvCxnSpPr>
          <p:nvPr/>
        </p:nvCxnSpPr>
        <p:spPr>
          <a:xfrm flipV="1">
            <a:off x="3256552" y="4509616"/>
            <a:ext cx="252652" cy="334165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3B58EADA-BAD1-62D1-7FF7-DD1B035433CE}"/>
              </a:ext>
            </a:extLst>
          </p:cNvPr>
          <p:cNvCxnSpPr>
            <a:cxnSpLocks/>
          </p:cNvCxnSpPr>
          <p:nvPr/>
        </p:nvCxnSpPr>
        <p:spPr>
          <a:xfrm flipV="1">
            <a:off x="3256954" y="3767707"/>
            <a:ext cx="247694" cy="1083916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DE1FD624-EEAE-FAD3-F0C4-33C29AB8D9A2}"/>
              </a:ext>
            </a:extLst>
          </p:cNvPr>
          <p:cNvCxnSpPr>
            <a:cxnSpLocks/>
          </p:cNvCxnSpPr>
          <p:nvPr/>
        </p:nvCxnSpPr>
        <p:spPr>
          <a:xfrm flipV="1">
            <a:off x="5119704" y="3779064"/>
            <a:ext cx="247694" cy="1083916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diritto 107">
            <a:extLst>
              <a:ext uri="{FF2B5EF4-FFF2-40B4-BE49-F238E27FC236}">
                <a16:creationId xmlns:a16="http://schemas.microsoft.com/office/drawing/2014/main" id="{B48E361D-AC54-C1B8-DDB1-CE1C36F95ED0}"/>
              </a:ext>
            </a:extLst>
          </p:cNvPr>
          <p:cNvCxnSpPr>
            <a:cxnSpLocks/>
          </p:cNvCxnSpPr>
          <p:nvPr/>
        </p:nvCxnSpPr>
        <p:spPr>
          <a:xfrm flipV="1">
            <a:off x="3256552" y="4089752"/>
            <a:ext cx="402" cy="766828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CasellaDiTesto 177">
                <a:extLst>
                  <a:ext uri="{FF2B5EF4-FFF2-40B4-BE49-F238E27FC236}">
                    <a16:creationId xmlns:a16="http://schemas.microsoft.com/office/drawing/2014/main" id="{A46D3D1A-97FB-F180-C567-929BBD7290B2}"/>
                  </a:ext>
                </a:extLst>
              </p:cNvPr>
              <p:cNvSpPr txBox="1"/>
              <p:nvPr/>
            </p:nvSpPr>
            <p:spPr>
              <a:xfrm>
                <a:off x="5273895" y="3875354"/>
                <a:ext cx="490454" cy="3875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𝒗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  <m:sup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8" name="CasellaDiTesto 177">
                <a:extLst>
                  <a:ext uri="{FF2B5EF4-FFF2-40B4-BE49-F238E27FC236}">
                    <a16:creationId xmlns:a16="http://schemas.microsoft.com/office/drawing/2014/main" id="{A46D3D1A-97FB-F180-C567-929BBD729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95" y="3875354"/>
                <a:ext cx="490454" cy="387542"/>
              </a:xfrm>
              <a:prstGeom prst="rect">
                <a:avLst/>
              </a:prstGeom>
              <a:blipFill>
                <a:blip r:embed="rId13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asellaDiTesto 178">
                <a:extLst>
                  <a:ext uri="{FF2B5EF4-FFF2-40B4-BE49-F238E27FC236}">
                    <a16:creationId xmlns:a16="http://schemas.microsoft.com/office/drawing/2014/main" id="{58CDA091-D71E-A3EA-56B7-EC3461F05EA3}"/>
                  </a:ext>
                </a:extLst>
              </p:cNvPr>
              <p:cNvSpPr txBox="1"/>
              <p:nvPr/>
            </p:nvSpPr>
            <p:spPr>
              <a:xfrm>
                <a:off x="3066043" y="3428070"/>
                <a:ext cx="490454" cy="3875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𝒗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  <m:sup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9" name="CasellaDiTesto 178">
                <a:extLst>
                  <a:ext uri="{FF2B5EF4-FFF2-40B4-BE49-F238E27FC236}">
                    <a16:creationId xmlns:a16="http://schemas.microsoft.com/office/drawing/2014/main" id="{58CDA091-D71E-A3EA-56B7-EC3461F05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043" y="3428070"/>
                <a:ext cx="490454" cy="38754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CasellaDiTesto 179">
                <a:extLst>
                  <a:ext uri="{FF2B5EF4-FFF2-40B4-BE49-F238E27FC236}">
                    <a16:creationId xmlns:a16="http://schemas.microsoft.com/office/drawing/2014/main" id="{29193964-2DC0-4408-E7B2-ADB80732DAF2}"/>
                  </a:ext>
                </a:extLst>
              </p:cNvPr>
              <p:cNvSpPr txBox="1"/>
              <p:nvPr/>
            </p:nvSpPr>
            <p:spPr>
              <a:xfrm>
                <a:off x="3651322" y="3531335"/>
                <a:ext cx="595932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,5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0" name="CasellaDiTesto 179">
                <a:extLst>
                  <a:ext uri="{FF2B5EF4-FFF2-40B4-BE49-F238E27FC236}">
                    <a16:creationId xmlns:a16="http://schemas.microsoft.com/office/drawing/2014/main" id="{29193964-2DC0-4408-E7B2-ADB80732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322" y="3531335"/>
                <a:ext cx="595932" cy="38151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7700C702-D98C-9578-1A3B-EDC456342AAD}"/>
                  </a:ext>
                </a:extLst>
              </p:cNvPr>
              <p:cNvSpPr txBox="1"/>
              <p:nvPr/>
            </p:nvSpPr>
            <p:spPr>
              <a:xfrm>
                <a:off x="3450725" y="4306059"/>
                <a:ext cx="595932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7700C702-D98C-9578-1A3B-EDC45634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725" y="4306059"/>
                <a:ext cx="595932" cy="38151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2EDEBA91-3B8D-A907-AD52-EAAD0841A9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2440" y="4330978"/>
            <a:ext cx="3549832" cy="444523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08235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0.1517 0.0044 " pathEditMode="relative" rAng="0" ptsTypes="AA">
                                      <p:cBhvr>
                                        <p:cTn id="31" dur="20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78" y="20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05846 0.03032 " pathEditMode="relative" rAng="0" ptsTypes="AA">
                                      <p:cBhvr>
                                        <p:cTn id="67" dur="20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0" y="150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7" grpId="0" animBg="1"/>
      <p:bldP spid="179" grpId="0"/>
      <p:bldP spid="180" grpId="0"/>
      <p:bldP spid="1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BA4E-D854-08B7-A1B5-278C9C1A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92F6668A-7D71-4AFA-73F3-D8F7742A499D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E1EF3448-0E78-18C7-B8EF-226C9D49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4256E141-7456-BC0D-A195-E43735F9A695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Slow Trajectory		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32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E44263D-7489-B68F-83DA-C8EAD192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Slow Trajectory</a:t>
            </a:r>
            <a:endParaRPr lang="it-IT" sz="36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DFDCE77-3AEC-477B-E80F-94B7BDB7FA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45" b="1270"/>
          <a:stretch>
            <a:fillRect/>
          </a:stretch>
        </p:blipFill>
        <p:spPr>
          <a:xfrm>
            <a:off x="6164099" y="2178270"/>
            <a:ext cx="6027901" cy="411121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D5A2558-4656-61A9-754A-F2F5E87AD3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45" b="1249"/>
          <a:stretch>
            <a:fillRect/>
          </a:stretch>
        </p:blipFill>
        <p:spPr>
          <a:xfrm>
            <a:off x="68099" y="2178270"/>
            <a:ext cx="6027901" cy="411210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74E07FC-569E-5416-D832-76C06939E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749" y="789903"/>
            <a:ext cx="3924502" cy="1244664"/>
          </a:xfrm>
          <a:prstGeom prst="rect">
            <a:avLst/>
          </a:prstGeom>
        </p:spPr>
      </p:pic>
      <p:pic>
        <p:nvPicPr>
          <p:cNvPr id="8" name="Elemento grafico 7" descr="Cronometro 66% con riempimento a tinta unita">
            <a:extLst>
              <a:ext uri="{FF2B5EF4-FFF2-40B4-BE49-F238E27FC236}">
                <a16:creationId xmlns:a16="http://schemas.microsoft.com/office/drawing/2014/main" id="{E95D03AF-4B9F-66FE-BDD2-F3C47E485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7960" y="98320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7394778-655B-D8C6-B758-C9D839876A6A}"/>
                  </a:ext>
                </a:extLst>
              </p:cNvPr>
              <p:cNvSpPr txBox="1"/>
              <p:nvPr/>
            </p:nvSpPr>
            <p:spPr>
              <a:xfrm>
                <a:off x="9742360" y="1178796"/>
                <a:ext cx="8050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lang="it-IT" sz="2800" dirty="0">
                    <a:solidFill>
                      <a:srgbClr val="FF0000"/>
                    </a:solidFill>
                  </a:rPr>
                  <a:t> s</a:t>
                </a: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7394778-655B-D8C6-B758-C9D839876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360" y="1178796"/>
                <a:ext cx="805029" cy="523220"/>
              </a:xfrm>
              <a:prstGeom prst="rect">
                <a:avLst/>
              </a:prstGeom>
              <a:blipFill>
                <a:blip r:embed="rId9"/>
                <a:stretch>
                  <a:fillRect t="-10465" r="-15152" b="-325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ttore curvo 18">
            <a:extLst>
              <a:ext uri="{FF2B5EF4-FFF2-40B4-BE49-F238E27FC236}">
                <a16:creationId xmlns:a16="http://schemas.microsoft.com/office/drawing/2014/main" id="{AA4330C2-2DED-5153-B1D4-E3C7B20AE2F7}"/>
              </a:ext>
            </a:extLst>
          </p:cNvPr>
          <p:cNvCxnSpPr>
            <a:cxnSpLocks/>
          </p:cNvCxnSpPr>
          <p:nvPr/>
        </p:nvCxnSpPr>
        <p:spPr>
          <a:xfrm flipV="1">
            <a:off x="2906840" y="1360596"/>
            <a:ext cx="596956" cy="479276"/>
          </a:xfrm>
          <a:prstGeom prst="curvedConnector3">
            <a:avLst>
              <a:gd name="adj1" fmla="val 50000"/>
            </a:avLst>
          </a:prstGeom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Elemento grafico 19" descr="Bandiera con riempimento a tinta unita">
            <a:extLst>
              <a:ext uri="{FF2B5EF4-FFF2-40B4-BE49-F238E27FC236}">
                <a16:creationId xmlns:a16="http://schemas.microsoft.com/office/drawing/2014/main" id="{979F3684-A6E3-A055-9154-228E4D9D6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1557" y="933606"/>
            <a:ext cx="449414" cy="449414"/>
          </a:xfrm>
          <a:prstGeom prst="rect">
            <a:avLst/>
          </a:prstGeom>
        </p:spPr>
      </p:pic>
      <p:pic>
        <p:nvPicPr>
          <p:cNvPr id="21" name="Elemento grafico 20" descr="Indicatore con riempimento a tinta unita">
            <a:extLst>
              <a:ext uri="{FF2B5EF4-FFF2-40B4-BE49-F238E27FC236}">
                <a16:creationId xmlns:a16="http://schemas.microsoft.com/office/drawing/2014/main" id="{AEBB3AD2-9179-354D-BDDD-92F76819A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01384" y="1360596"/>
            <a:ext cx="553767" cy="553767"/>
          </a:xfrm>
          <a:prstGeom prst="rect">
            <a:avLst/>
          </a:prstGeom>
        </p:spPr>
      </p:pic>
      <p:pic>
        <p:nvPicPr>
          <p:cNvPr id="24" name="Elemento grafico 23" descr="Contachilometri in basso con riempimento a tinta unita">
            <a:extLst>
              <a:ext uri="{FF2B5EF4-FFF2-40B4-BE49-F238E27FC236}">
                <a16:creationId xmlns:a16="http://schemas.microsoft.com/office/drawing/2014/main" id="{4FC1A2E3-B2D3-D978-2374-321067820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5314" y="-124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43E0-4F02-1150-B707-C1FC81AD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0">
            <a:extLst>
              <a:ext uri="{FF2B5EF4-FFF2-40B4-BE49-F238E27FC236}">
                <a16:creationId xmlns:a16="http://schemas.microsoft.com/office/drawing/2014/main" id="{86F4B900-EBCD-B343-1362-15659BC36C4E}"/>
              </a:ext>
            </a:extLst>
          </p:cNvPr>
          <p:cNvSpPr/>
          <p:nvPr/>
        </p:nvSpPr>
        <p:spPr>
          <a:xfrm>
            <a:off x="0" y="6485074"/>
            <a:ext cx="12192000" cy="357822"/>
          </a:xfrm>
          <a:prstGeom prst="rect">
            <a:avLst/>
          </a:prstGeom>
          <a:solidFill>
            <a:srgbClr val="FFDC00"/>
          </a:solidFill>
          <a:ln w="9525" cap="flat" cmpd="sng" algn="ctr">
            <a:solidFill>
              <a:srgbClr val="16223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2" descr="C:\Bruno\campus\unina\Stationery\Dipartimenti\DIETI\Logo_DIETI_Porte.png">
            <a:extLst>
              <a:ext uri="{FF2B5EF4-FFF2-40B4-BE49-F238E27FC236}">
                <a16:creationId xmlns:a16="http://schemas.microsoft.com/office/drawing/2014/main" id="{74EB84F7-D455-EA38-C46B-C293EBAE5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714" y="6522320"/>
            <a:ext cx="988444" cy="32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79BA9C78-1364-A0F6-2AD2-9989D40DB840}"/>
              </a:ext>
            </a:extLst>
          </p:cNvPr>
          <p:cNvSpPr/>
          <p:nvPr/>
        </p:nvSpPr>
        <p:spPr>
          <a:xfrm>
            <a:off x="14286" y="6522320"/>
            <a:ext cx="12177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1" dirty="0">
                <a:solidFill>
                  <a:srgbClr val="162230"/>
                </a:solidFill>
                <a:latin typeface="Century Gothic"/>
                <a:cs typeface="Century Gothic"/>
              </a:rPr>
              <a:t>Field &amp; Service Robotics – </a:t>
            </a:r>
            <a:r>
              <a:rPr lang="en-US" sz="1400" b="1" dirty="0" err="1">
                <a:solidFill>
                  <a:srgbClr val="162230"/>
                </a:solidFill>
                <a:latin typeface="Century Gothic"/>
                <a:cs typeface="Century Gothic"/>
              </a:rPr>
              <a:t>OpenAUV</a:t>
            </a:r>
            <a:r>
              <a:rPr lang="en-US" sz="1400" b="1" dirty="0">
                <a:solidFill>
                  <a:srgbClr val="162230"/>
                </a:solidFill>
                <a:latin typeface="Century Gothic"/>
                <a:cs typeface="Century Gothic"/>
              </a:rPr>
              <a:t>: Design and Robust Control </a:t>
            </a:r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– </a:t>
            </a:r>
            <a:r>
              <a:rPr lang="en-US" sz="1400" dirty="0">
                <a:solidFill>
                  <a:srgbClr val="162230"/>
                </a:solidFill>
                <a:latin typeface="Century Gothic"/>
                <a:cs typeface="Century Gothic"/>
              </a:rPr>
              <a:t>Fast Trajectory				</a:t>
            </a:r>
            <a:fld id="{869F518B-0E9D-45D6-956E-1C11114F9F15}" type="slidenum">
              <a:rPr lang="it-IT" sz="1400" smtClean="0">
                <a:solidFill>
                  <a:srgbClr val="162230"/>
                </a:solidFill>
                <a:latin typeface="Century Gothic"/>
                <a:cs typeface="Century Gothic"/>
              </a:rPr>
              <a:pPr>
                <a:spcBef>
                  <a:spcPts val="1750"/>
                </a:spcBef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33</a:t>
            </a:fld>
            <a:r>
              <a:rPr lang="it-IT" sz="1400" dirty="0">
                <a:solidFill>
                  <a:srgbClr val="162230"/>
                </a:solidFill>
                <a:latin typeface="Century Gothic"/>
                <a:cs typeface="Century Gothic"/>
              </a:rPr>
              <a:t>/33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28965C49-1975-25C3-28F2-141C7E1F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52170"/>
            <a:ext cx="11654864" cy="73773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971720"/>
                </a:solidFill>
                <a:latin typeface="Century Gothic"/>
                <a:cs typeface="Century Gothic"/>
              </a:rPr>
              <a:t>Fast Trajectory</a:t>
            </a:r>
            <a:endParaRPr lang="it-IT" sz="3600" b="1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7E2D695D-F737-1205-7D2E-37757D469F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84547" y="2004747"/>
            <a:ext cx="6278881" cy="44849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399A47D-1279-9F8B-17F2-E2A1EBC109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1967502"/>
            <a:ext cx="6278879" cy="448491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BEB7BE9-1E0B-4114-819C-69D5D238B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003" y="718250"/>
            <a:ext cx="3924502" cy="1244664"/>
          </a:xfrm>
          <a:prstGeom prst="rect">
            <a:avLst/>
          </a:prstGeom>
        </p:spPr>
      </p:pic>
      <p:pic>
        <p:nvPicPr>
          <p:cNvPr id="6" name="Elemento grafico 5" descr="Cronometro 25% con riempimento a tinta unita">
            <a:extLst>
              <a:ext uri="{FF2B5EF4-FFF2-40B4-BE49-F238E27FC236}">
                <a16:creationId xmlns:a16="http://schemas.microsoft.com/office/drawing/2014/main" id="{1605E6A1-0639-597F-DEBA-FD3525464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5292" y="89414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174DF94-0532-EBEA-A47B-3ED66BD5E043}"/>
                  </a:ext>
                </a:extLst>
              </p:cNvPr>
              <p:cNvSpPr txBox="1"/>
              <p:nvPr/>
            </p:nvSpPr>
            <p:spPr>
              <a:xfrm>
                <a:off x="9485188" y="1162810"/>
                <a:ext cx="6062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it-IT" sz="2800" dirty="0">
                    <a:solidFill>
                      <a:srgbClr val="00B050"/>
                    </a:solidFill>
                  </a:rPr>
                  <a:t> s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174DF94-0532-EBEA-A47B-3ED66BD5E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188" y="1162810"/>
                <a:ext cx="606256" cy="523220"/>
              </a:xfrm>
              <a:prstGeom prst="rect">
                <a:avLst/>
              </a:prstGeom>
              <a:blipFill>
                <a:blip r:embed="rId9"/>
                <a:stretch>
                  <a:fillRect t="-11628" r="-19192" b="-325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18AB8649-D8D6-602A-B110-10C76DAAC723}"/>
              </a:ext>
            </a:extLst>
          </p:cNvPr>
          <p:cNvCxnSpPr>
            <a:cxnSpLocks/>
          </p:cNvCxnSpPr>
          <p:nvPr/>
        </p:nvCxnSpPr>
        <p:spPr>
          <a:xfrm flipV="1">
            <a:off x="1591067" y="1186452"/>
            <a:ext cx="1796149" cy="68298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Elemento grafico 16" descr="Bandiera con riempimento a tinta unita">
            <a:extLst>
              <a:ext uri="{FF2B5EF4-FFF2-40B4-BE49-F238E27FC236}">
                <a16:creationId xmlns:a16="http://schemas.microsoft.com/office/drawing/2014/main" id="{50042EDA-28D0-6F6E-1770-C17099E37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1423" y="789903"/>
            <a:ext cx="449414" cy="449414"/>
          </a:xfrm>
          <a:prstGeom prst="rect">
            <a:avLst/>
          </a:prstGeom>
        </p:spPr>
      </p:pic>
      <p:pic>
        <p:nvPicPr>
          <p:cNvPr id="21" name="Elemento grafico 20" descr="Indicatore con riempimento a tinta unita">
            <a:extLst>
              <a:ext uri="{FF2B5EF4-FFF2-40B4-BE49-F238E27FC236}">
                <a16:creationId xmlns:a16="http://schemas.microsoft.com/office/drawing/2014/main" id="{CA9AE777-D829-5515-E07C-28A2C1FB7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4372" y="1400080"/>
            <a:ext cx="553767" cy="553767"/>
          </a:xfrm>
          <a:prstGeom prst="rect">
            <a:avLst/>
          </a:prstGeom>
        </p:spPr>
      </p:pic>
      <p:pic>
        <p:nvPicPr>
          <p:cNvPr id="26" name="Elemento grafico 25" descr="Misuratore con riempimento a tinta unita">
            <a:extLst>
              <a:ext uri="{FF2B5EF4-FFF2-40B4-BE49-F238E27FC236}">
                <a16:creationId xmlns:a16="http://schemas.microsoft.com/office/drawing/2014/main" id="{B276608B-4529-01F7-6CB0-C0B04A87F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6130" y="-12588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4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D80E-6361-0BA7-1E21-1AF2A76F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7AE4E58-9D2E-8D8B-FDC9-A0ACE3141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97B40EB-E2EB-5FF5-E2B7-83E53900774A}"/>
              </a:ext>
            </a:extLst>
          </p:cNvPr>
          <p:cNvSpPr/>
          <p:nvPr/>
        </p:nvSpPr>
        <p:spPr>
          <a:xfrm>
            <a:off x="1097280" y="2373082"/>
            <a:ext cx="10058400" cy="1418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THE ATTENTION!</a:t>
            </a:r>
          </a:p>
        </p:txBody>
      </p:sp>
    </p:spTree>
    <p:extLst>
      <p:ext uri="{BB962C8B-B14F-4D97-AF65-F5344CB8AC3E}">
        <p14:creationId xmlns:p14="http://schemas.microsoft.com/office/powerpoint/2010/main" val="273936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3774</TotalTime>
  <Words>1599</Words>
  <Application>Microsoft Office PowerPoint</Application>
  <PresentationFormat>Widescreen</PresentationFormat>
  <Paragraphs>282</Paragraphs>
  <Slides>34</Slides>
  <Notes>33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Century Gothic</vt:lpstr>
      <vt:lpstr>Consolas</vt:lpstr>
      <vt:lpstr>Tema di Office</vt:lpstr>
      <vt:lpstr>Presentazione standard di PowerPoint</vt:lpstr>
      <vt:lpstr>Presentazione standard di PowerPoint</vt:lpstr>
      <vt:lpstr>Design of the OpenAUV</vt:lpstr>
      <vt:lpstr>Presentazione standard di PowerPoint</vt:lpstr>
      <vt:lpstr>Thruster Configuration Matrix</vt:lpstr>
      <vt:lpstr>Thruster Configuration Matrix</vt:lpstr>
      <vt:lpstr>Thruster Configuration Matrix</vt:lpstr>
      <vt:lpstr>Feedback Linearization + PID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Behavior Analysis with the Momentum-based Estimator</vt:lpstr>
      <vt:lpstr>Constant Disturbance (PID)</vt:lpstr>
      <vt:lpstr>Constant Disturbance (PID + MBE)</vt:lpstr>
      <vt:lpstr>Constant Disturbance (PID + MBE)</vt:lpstr>
      <vt:lpstr>Constant and Sinusoidal Disturbance (PID)</vt:lpstr>
      <vt:lpstr>Constant and Sinusoidal Disturbance (PID + MBE)</vt:lpstr>
      <vt:lpstr>Constant and Sinusoidal Disturbance (PID + MBE)</vt:lpstr>
      <vt:lpstr>Step disturbance  (PID)</vt:lpstr>
      <vt:lpstr>Step disturbance  (PID+MBE)</vt:lpstr>
      <vt:lpstr>Estimated Forces and Moments</vt:lpstr>
      <vt:lpstr>Step disturbance  (PID+MBE)</vt:lpstr>
      <vt:lpstr>Step disturbance  (PID+MBE)</vt:lpstr>
      <vt:lpstr>Step disturbance  (PID+MBE)</vt:lpstr>
      <vt:lpstr>Presentazione standard di PowerPoint</vt:lpstr>
      <vt:lpstr>Presentazione standard di PowerPoint</vt:lpstr>
      <vt:lpstr>Wake Fraction and Inflow Velocity</vt:lpstr>
      <vt:lpstr>Slow Trajectory</vt:lpstr>
      <vt:lpstr>Fast Trajectory</vt:lpstr>
      <vt:lpstr>Presentazione standard di PowerPoint</vt:lpstr>
    </vt:vector>
  </TitlesOfParts>
  <Company>Università degli Studi Federico 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studi in Ingegneria dell'Automazione</dc:title>
  <dc:subject>Presentazione</dc:subject>
  <dc:creator>Bruno Siciliano</dc:creator>
  <cp:lastModifiedBy>EMANUELE FUSCO</cp:lastModifiedBy>
  <cp:revision>635</cp:revision>
  <dcterms:created xsi:type="dcterms:W3CDTF">2013-09-05T14:27:33Z</dcterms:created>
  <dcterms:modified xsi:type="dcterms:W3CDTF">2026-06-14T19:31:17Z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2026-06-12T15:35:49Z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395378f5-758e-4643-9a26-c4c37a084207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